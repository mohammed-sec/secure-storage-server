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Lst>
  <p:notesMasterIdLst>
    <p:notesMasterId r:id="rId29"/>
  </p:notesMasterIdLst>
  <p:handoutMasterIdLst>
    <p:handoutMasterId r:id="rId30"/>
  </p:handoutMasterIdLst>
  <p:sldIdLst>
    <p:sldId id="1519" r:id="rId5"/>
    <p:sldId id="1540" r:id="rId6"/>
    <p:sldId id="1542" r:id="rId7"/>
    <p:sldId id="1543" r:id="rId8"/>
    <p:sldId id="1544" r:id="rId9"/>
    <p:sldId id="1545" r:id="rId10"/>
    <p:sldId id="1546" r:id="rId11"/>
    <p:sldId id="1547" r:id="rId12"/>
    <p:sldId id="1548" r:id="rId13"/>
    <p:sldId id="1549" r:id="rId14"/>
    <p:sldId id="1550" r:id="rId15"/>
    <p:sldId id="1551" r:id="rId16"/>
    <p:sldId id="1552" r:id="rId17"/>
    <p:sldId id="1553" r:id="rId18"/>
    <p:sldId id="1554" r:id="rId19"/>
    <p:sldId id="1555" r:id="rId20"/>
    <p:sldId id="1556" r:id="rId21"/>
    <p:sldId id="1557" r:id="rId22"/>
    <p:sldId id="1558" r:id="rId23"/>
    <p:sldId id="1559" r:id="rId24"/>
    <p:sldId id="1560" r:id="rId25"/>
    <p:sldId id="1561" r:id="rId26"/>
    <p:sldId id="1562" r:id="rId27"/>
    <p:sldId id="156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704A7-125F-DBC5-A647-2B0CC7B6F6E5}" v="122" dt="2026-04-23T19:27:31.624"/>
    <p1510:client id="{861A73D9-340B-854A-054F-0F549A84B6CC}" v="154" dt="2026-04-22T21:55:49.382"/>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48"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4/24/2026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0AA04CA-6D91-004C-FA88-4221A31A77F6}"/>
              </a:ext>
            </a:extLst>
          </p:cNvPr>
          <p:cNvGrpSpPr/>
          <p:nvPr/>
        </p:nvGrpSpPr>
        <p:grpSpPr>
          <a:xfrm>
            <a:off x="1524" y="4777054"/>
            <a:ext cx="12190476" cy="230457"/>
            <a:chOff x="1524" y="486404"/>
            <a:chExt cx="12190476" cy="230457"/>
          </a:xfrm>
        </p:grpSpPr>
        <p:cxnSp>
          <p:nvCxnSpPr>
            <p:cNvPr id="5" name="Straight Connector 4">
              <a:extLst>
                <a:ext uri="{FF2B5EF4-FFF2-40B4-BE49-F238E27FC236}">
                  <a16:creationId xmlns:a16="http://schemas.microsoft.com/office/drawing/2014/main" id="{6C317687-1EB3-6E94-A975-D3BE6710509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FA8497D-927F-1F00-CAA6-850ED9ACF360}"/>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1"/>
            <a:ext cx="12191999" cy="4777054"/>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Tree>
    <p:extLst>
      <p:ext uri="{BB962C8B-B14F-4D97-AF65-F5344CB8AC3E}">
        <p14:creationId xmlns:p14="http://schemas.microsoft.com/office/powerpoint/2010/main" val="15114979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4/24/2026</a:t>
            </a:fld>
            <a:endParaRPr lang="en-US"/>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a:p>
        </p:txBody>
      </p:sp>
      <p:cxnSp>
        <p:nvCxnSpPr>
          <p:cNvPr id="4" name="Straight Connector 3">
            <a:extLst>
              <a:ext uri="{FF2B5EF4-FFF2-40B4-BE49-F238E27FC236}">
                <a16:creationId xmlns:a16="http://schemas.microsoft.com/office/drawing/2014/main" id="{40080842-8B21-79F6-5E17-600AD47CB464}"/>
              </a:ext>
            </a:extLst>
          </p:cNvPr>
          <p:cNvCxnSpPr>
            <a:cxnSpLocks/>
          </p:cNvCxnSpPr>
          <p:nvPr userDrawn="1"/>
        </p:nvCxnSpPr>
        <p:spPr>
          <a:xfrm>
            <a:off x="1524" y="152191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95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71930" y="5417288"/>
            <a:ext cx="1645920" cy="576072"/>
          </a:xfrm>
          <a:prstGeom prst="roundRect">
            <a:avLst>
              <a:gd name="adj" fmla="val 50000"/>
            </a:avLst>
          </a:prstGeom>
          <a:ln>
            <a:solidFill>
              <a:schemeClr val="tx1"/>
            </a:solidFill>
          </a:ln>
        </p:spPr>
        <p:txBody>
          <a:bodyPr/>
          <a:lstStyle>
            <a:lvl1pPr algn="ctr">
              <a:defRPr sz="1800">
                <a:latin typeface="+mn-lt"/>
              </a:defRPr>
            </a:lvl1pPr>
          </a:lstStyle>
          <a:p>
            <a:fld id="{D975B2AB-B1B0-9D4B-B2A8-A5151114B019}" type="datetime1">
              <a:rPr lang="en-US" smtClean="0"/>
              <a:pPr/>
              <a:t>4/24/2026</a:t>
            </a:fld>
            <a:endParaRPr lang="en-US"/>
          </a:p>
        </p:txBody>
      </p:sp>
    </p:spTree>
    <p:extLst>
      <p:ext uri="{BB962C8B-B14F-4D97-AF65-F5344CB8AC3E}">
        <p14:creationId xmlns:p14="http://schemas.microsoft.com/office/powerpoint/2010/main" val="5787419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38B1156-C178-1504-109B-CF8ADAE9B475}"/>
              </a:ext>
            </a:extLst>
          </p:cNvPr>
          <p:cNvGrpSpPr/>
          <p:nvPr/>
        </p:nvGrpSpPr>
        <p:grpSpPr>
          <a:xfrm rot="5400000">
            <a:off x="3278777" y="3310128"/>
            <a:ext cx="6858000" cy="228600"/>
            <a:chOff x="1524" y="486404"/>
            <a:chExt cx="12190476" cy="230457"/>
          </a:xfrm>
        </p:grpSpPr>
        <p:cxnSp>
          <p:nvCxnSpPr>
            <p:cNvPr id="12" name="Straight Connector 11">
              <a:extLst>
                <a:ext uri="{FF2B5EF4-FFF2-40B4-BE49-F238E27FC236}">
                  <a16:creationId xmlns:a16="http://schemas.microsoft.com/office/drawing/2014/main" id="{E1463BD2-DAB2-AF5C-4D67-BA2B1F64FEC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B5A769-74D3-8C05-3657-37504461DBD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7" name="Date Placeholder 6">
            <a:extLst>
              <a:ext uri="{FF2B5EF4-FFF2-40B4-BE49-F238E27FC236}">
                <a16:creationId xmlns:a16="http://schemas.microsoft.com/office/drawing/2014/main" id="{F6F58139-7A1B-13F8-B5B6-155C0375F829}"/>
              </a:ext>
            </a:extLst>
          </p:cNvPr>
          <p:cNvSpPr>
            <a:spLocks noGrp="1"/>
          </p:cNvSpPr>
          <p:nvPr>
            <p:ph type="dt" sz="half" idx="14"/>
          </p:nvPr>
        </p:nvSpPr>
        <p:spPr>
          <a:xfrm>
            <a:off x="7168896" y="557784"/>
            <a:ext cx="1371600" cy="365760"/>
          </a:xfrm>
        </p:spPr>
        <p:txBody>
          <a:bodyPr/>
          <a:lstStyle/>
          <a:p>
            <a:fld id="{94701BC7-7095-6A42-BCA0-E1E7A2BF1A80}" type="datetime1">
              <a:rPr lang="en-US" smtClean="0"/>
              <a:t>4/24/2026</a:t>
            </a:fld>
            <a:endParaRPr lang="en-US"/>
          </a:p>
        </p:txBody>
      </p:sp>
      <p:sp>
        <p:nvSpPr>
          <p:cNvPr id="8" name="Footer Placeholder 7">
            <a:extLst>
              <a:ext uri="{FF2B5EF4-FFF2-40B4-BE49-F238E27FC236}">
                <a16:creationId xmlns:a16="http://schemas.microsoft.com/office/drawing/2014/main" id="{5FD89D19-6D0E-1D65-68E9-F2021472CEC7}"/>
              </a:ext>
            </a:extLst>
          </p:cNvPr>
          <p:cNvSpPr>
            <a:spLocks noGrp="1"/>
          </p:cNvSpPr>
          <p:nvPr>
            <p:ph type="ftr" sz="quarter" idx="15"/>
          </p:nvPr>
        </p:nvSpPr>
        <p:spPr>
          <a:xfrm>
            <a:off x="7631336" y="6117336"/>
            <a:ext cx="2805405" cy="365125"/>
          </a:xfrm>
        </p:spPr>
        <p:txBody>
          <a:bodyPr/>
          <a:lstStyle>
            <a:lvl1pPr algn="l">
              <a:defRPr/>
            </a:lvl1pPr>
          </a:lstStyle>
          <a:p>
            <a:endParaRPr lang="en-US"/>
          </a:p>
        </p:txBody>
      </p:sp>
      <p:sp>
        <p:nvSpPr>
          <p:cNvPr id="9" name="Slide Number Placeholder 8">
            <a:extLst>
              <a:ext uri="{FF2B5EF4-FFF2-40B4-BE49-F238E27FC236}">
                <a16:creationId xmlns:a16="http://schemas.microsoft.com/office/drawing/2014/main" id="{AA150C9A-6B16-7549-61C9-F153E20572A1}"/>
              </a:ext>
            </a:extLst>
          </p:cNvPr>
          <p:cNvSpPr>
            <a:spLocks noGrp="1"/>
          </p:cNvSpPr>
          <p:nvPr>
            <p:ph type="sldNum" sz="quarter" idx="16"/>
          </p:nvPr>
        </p:nvSpPr>
        <p:spPr>
          <a:xfrm>
            <a:off x="7168896" y="6117336"/>
            <a:ext cx="429207" cy="365125"/>
          </a:xfrm>
        </p:spPr>
        <p:txBody>
          <a:bodyPr/>
          <a:lstStyle>
            <a:lvl1pPr algn="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646599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206240"/>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4" name="Date Placeholder 3">
            <a:extLst>
              <a:ext uri="{FF2B5EF4-FFF2-40B4-BE49-F238E27FC236}">
                <a16:creationId xmlns:a16="http://schemas.microsoft.com/office/drawing/2014/main" id="{E525CD18-F1A3-CBD0-2E24-E3B85CEA969E}"/>
              </a:ext>
            </a:extLst>
          </p:cNvPr>
          <p:cNvSpPr>
            <a:spLocks noGrp="1"/>
          </p:cNvSpPr>
          <p:nvPr>
            <p:ph type="dt" sz="half" idx="14"/>
          </p:nvPr>
        </p:nvSpPr>
        <p:spPr>
          <a:xfrm>
            <a:off x="365760" y="6309360"/>
            <a:ext cx="1371600" cy="365760"/>
          </a:xfrm>
        </p:spPr>
        <p:txBody>
          <a:bodyPr/>
          <a:lstStyle/>
          <a:p>
            <a:fld id="{8F528A8F-6E66-6041-838C-24B654F56D99}" type="datetime1">
              <a:rPr lang="en-US" smtClean="0"/>
              <a:t>4/24/2026</a:t>
            </a:fld>
            <a:endParaRPr lang="en-US"/>
          </a:p>
        </p:txBody>
      </p:sp>
      <p:sp>
        <p:nvSpPr>
          <p:cNvPr id="5" name="Footer Placeholder 4">
            <a:extLst>
              <a:ext uri="{FF2B5EF4-FFF2-40B4-BE49-F238E27FC236}">
                <a16:creationId xmlns:a16="http://schemas.microsoft.com/office/drawing/2014/main" id="{DE1AFE02-1698-14D9-6D95-D7B05BD02167}"/>
              </a:ext>
            </a:extLst>
          </p:cNvPr>
          <p:cNvSpPr>
            <a:spLocks noGrp="1"/>
          </p:cNvSpPr>
          <p:nvPr>
            <p:ph type="ftr" sz="quarter" idx="15"/>
          </p:nvPr>
        </p:nvSpPr>
        <p:spPr>
          <a:xfrm>
            <a:off x="1835208" y="6309360"/>
            <a:ext cx="2805405" cy="365125"/>
          </a:xfrm>
        </p:spPr>
        <p:txBody>
          <a:bodyPr/>
          <a:lstStyle/>
          <a:p>
            <a:endParaRPr lang="en-US"/>
          </a:p>
        </p:txBody>
      </p:sp>
      <p:sp>
        <p:nvSpPr>
          <p:cNvPr id="6" name="Slide Number Placeholder 5">
            <a:extLst>
              <a:ext uri="{FF2B5EF4-FFF2-40B4-BE49-F238E27FC236}">
                <a16:creationId xmlns:a16="http://schemas.microsoft.com/office/drawing/2014/main" id="{51A23E1E-7DF2-A895-FD0A-B6B12868AF2E}"/>
              </a:ext>
            </a:extLst>
          </p:cNvPr>
          <p:cNvSpPr>
            <a:spLocks noGrp="1"/>
          </p:cNvSpPr>
          <p:nvPr>
            <p:ph type="sldNum" sz="quarter" idx="16"/>
          </p:nvPr>
        </p:nvSpPr>
        <p:spPr>
          <a:xfrm>
            <a:off x="4590849" y="6309360"/>
            <a:ext cx="429207" cy="365125"/>
          </a:xfrm>
        </p:spPr>
        <p:txBody>
          <a:bodyPr/>
          <a:lstStyle/>
          <a:p>
            <a:fld id="{CC057153-B650-4DEB-B370-79DDCFDCE934}" type="slidenum">
              <a:rPr lang="en-US" smtClean="0"/>
              <a:pPr/>
              <a:t>‹#›</a:t>
            </a:fld>
            <a:endParaRPr lang="en-US"/>
          </a:p>
        </p:txBody>
      </p:sp>
      <p:grpSp>
        <p:nvGrpSpPr>
          <p:cNvPr id="10" name="Group 9">
            <a:extLst>
              <a:ext uri="{FF2B5EF4-FFF2-40B4-BE49-F238E27FC236}">
                <a16:creationId xmlns:a16="http://schemas.microsoft.com/office/drawing/2014/main" id="{7F3FC25D-52EB-4469-84DC-4AC70D4D7DD2}"/>
              </a:ext>
            </a:extLst>
          </p:cNvPr>
          <p:cNvGrpSpPr/>
          <p:nvPr/>
        </p:nvGrpSpPr>
        <p:grpSpPr>
          <a:xfrm rot="5400000">
            <a:off x="2038314" y="3314697"/>
            <a:ext cx="6858000" cy="228600"/>
            <a:chOff x="1524" y="486404"/>
            <a:chExt cx="12190476" cy="230457"/>
          </a:xfrm>
        </p:grpSpPr>
        <p:cxnSp>
          <p:nvCxnSpPr>
            <p:cNvPr id="12" name="Straight Connector 11">
              <a:extLst>
                <a:ext uri="{FF2B5EF4-FFF2-40B4-BE49-F238E27FC236}">
                  <a16:creationId xmlns:a16="http://schemas.microsoft.com/office/drawing/2014/main" id="{0E0701D7-BBAE-AF7D-1911-C1EF77C20BB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45DCD47-D7D6-468D-61EF-A698DA3D829C}"/>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805868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3"/>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6B9B18D-498E-8BF2-85F9-CECC6B1E2F84}"/>
              </a:ext>
            </a:extLst>
          </p:cNvPr>
          <p:cNvGrpSpPr/>
          <p:nvPr userDrawn="1"/>
        </p:nvGrpSpPr>
        <p:grpSpPr>
          <a:xfrm>
            <a:off x="1524" y="621942"/>
            <a:ext cx="12189714" cy="5624442"/>
            <a:chOff x="1524" y="679790"/>
            <a:chExt cx="12189714" cy="5624442"/>
          </a:xfrm>
        </p:grpSpPr>
        <p:cxnSp>
          <p:nvCxnSpPr>
            <p:cNvPr id="19" name="Straight Connector 18">
              <a:extLst>
                <a:ext uri="{FF2B5EF4-FFF2-40B4-BE49-F238E27FC236}">
                  <a16:creationId xmlns:a16="http://schemas.microsoft.com/office/drawing/2014/main" id="{D296FE84-0A13-A29F-A4E8-292742379ADB}"/>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09D638E-5BD7-A449-2EFE-F99BFA446FBE}"/>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FBA7D1E-DA33-A2FA-A81A-D6EB828F4482}"/>
                </a:ext>
              </a:extLst>
            </p:cNvPr>
            <p:cNvGrpSpPr/>
            <p:nvPr/>
          </p:nvGrpSpPr>
          <p:grpSpPr>
            <a:xfrm rot="16200000">
              <a:off x="3281050" y="3377216"/>
              <a:ext cx="5623560" cy="230471"/>
              <a:chOff x="1517" y="-1102564"/>
              <a:chExt cx="12190483" cy="230471"/>
            </a:xfrm>
          </p:grpSpPr>
          <p:cxnSp>
            <p:nvCxnSpPr>
              <p:cNvPr id="14" name="Straight Connector 13">
                <a:extLst>
                  <a:ext uri="{FF2B5EF4-FFF2-40B4-BE49-F238E27FC236}">
                    <a16:creationId xmlns:a16="http://schemas.microsoft.com/office/drawing/2014/main" id="{69023D91-CD23-FCDB-CD80-1285134E95EE}"/>
                  </a:ext>
                </a:extLst>
              </p:cNvPr>
              <p:cNvCxnSpPr>
                <a:cxnSpLocks/>
              </p:cNvCxnSpPr>
              <p:nvPr/>
            </p:nvCxnSpPr>
            <p:spPr>
              <a:xfrm>
                <a:off x="3041" y="-1102564"/>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1D74D-C07B-E264-91B1-BFC25D1CC628}"/>
                  </a:ext>
                </a:extLst>
              </p:cNvPr>
              <p:cNvCxnSpPr>
                <a:cxnSpLocks/>
              </p:cNvCxnSpPr>
              <p:nvPr/>
            </p:nvCxnSpPr>
            <p:spPr>
              <a:xfrm>
                <a:off x="1517" y="-872093"/>
                <a:ext cx="121889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8517" y="1559052"/>
            <a:ext cx="4480560" cy="3739896"/>
          </a:xfrm>
        </p:spPr>
        <p:txBody>
          <a:bodyPr anchor="ctr" anchorCtr="0">
            <a:normAutofit/>
          </a:bodyPr>
          <a:lstStyle>
            <a:lvl1pPr algn="ctr">
              <a:lnSpc>
                <a:spcPct val="75000"/>
              </a:lnSpc>
              <a:defRPr sz="6000"/>
            </a:lvl1pPr>
          </a:lstStyle>
          <a:p>
            <a:r>
              <a:rPr lang="en-US"/>
              <a:t>Click to edit Master 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p:nvPr>
        </p:nvSpPr>
        <p:spPr>
          <a:xfrm>
            <a:off x="6208065" y="627418"/>
            <a:ext cx="5983935" cy="5596128"/>
          </a:xfrm>
          <a:blipFill dpi="0" rotWithShape="1">
            <a:blip r:embed="rId2" cstate="email">
              <a:alphaModFix amt="60000"/>
              <a:extLst>
                <a:ext uri="{28A0092B-C50C-407E-A947-70E740481C1C}">
                  <a14:useLocalDpi xmlns:a14="http://schemas.microsoft.com/office/drawing/2010/main"/>
                </a:ext>
              </a:extLst>
            </a:blip>
            <a:srcRect/>
            <a:stretch>
              <a:fillRect l="1" r="1"/>
            </a:stretch>
          </a:blipFill>
        </p:spPr>
        <p:txBody>
          <a:bodyPr/>
          <a:lstStyle/>
          <a:p>
            <a:r>
              <a:rPr lang="en-US"/>
              <a:t>Click icon to add picture</a:t>
            </a:r>
          </a:p>
        </p:txBody>
      </p:sp>
    </p:spTree>
    <p:extLst>
      <p:ext uri="{BB962C8B-B14F-4D97-AF65-F5344CB8AC3E}">
        <p14:creationId xmlns:p14="http://schemas.microsoft.com/office/powerpoint/2010/main" val="36583152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and Dat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4F8D86E-5D70-7185-C411-C71D956B9C53}"/>
              </a:ext>
            </a:extLst>
          </p:cNvPr>
          <p:cNvGrpSpPr/>
          <p:nvPr userDrawn="1"/>
        </p:nvGrpSpPr>
        <p:grpSpPr>
          <a:xfrm>
            <a:off x="762" y="4323710"/>
            <a:ext cx="12190476" cy="230457"/>
            <a:chOff x="1524" y="486404"/>
            <a:chExt cx="12190476" cy="230457"/>
          </a:xfrm>
        </p:grpSpPr>
        <p:cxnSp>
          <p:nvCxnSpPr>
            <p:cNvPr id="14" name="Straight Connector 13">
              <a:extLst>
                <a:ext uri="{FF2B5EF4-FFF2-40B4-BE49-F238E27FC236}">
                  <a16:creationId xmlns:a16="http://schemas.microsoft.com/office/drawing/2014/main" id="{792226F6-839F-E0FD-4A1B-F028A504415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3AA5B1-AF38-6DBD-00FF-264F5F3B680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A38C3CA0-C363-69D3-827F-AF038DF1A90C}"/>
              </a:ext>
            </a:extLst>
          </p:cNvPr>
          <p:cNvCxnSpPr>
            <a:cxnSpLocks/>
          </p:cNvCxnSpPr>
          <p:nvPr/>
        </p:nvCxnSpPr>
        <p:spPr>
          <a:xfrm>
            <a:off x="7823179" y="4554167"/>
            <a:ext cx="0" cy="230383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8883CA6-E205-E263-764B-64C61C1320D0}"/>
              </a:ext>
            </a:extLst>
          </p:cNvPr>
          <p:cNvGrpSpPr/>
          <p:nvPr userDrawn="1"/>
        </p:nvGrpSpPr>
        <p:grpSpPr>
          <a:xfrm>
            <a:off x="1524" y="486404"/>
            <a:ext cx="12190476" cy="230457"/>
            <a:chOff x="1524" y="486404"/>
            <a:chExt cx="12190476" cy="230457"/>
          </a:xfrm>
        </p:grpSpPr>
        <p:cxnSp>
          <p:nvCxnSpPr>
            <p:cNvPr id="5" name="Straight Connector 4">
              <a:extLst>
                <a:ext uri="{FF2B5EF4-FFF2-40B4-BE49-F238E27FC236}">
                  <a16:creationId xmlns:a16="http://schemas.microsoft.com/office/drawing/2014/main" id="{30BE2DC9-8E74-FFAE-BD8E-F04D7AF773E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740C90-E1CD-A152-9536-FF1D3721A0D6}"/>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82583" y="984562"/>
            <a:ext cx="7551109" cy="3071446"/>
          </a:xfrm>
        </p:spPr>
        <p:txBody>
          <a:bodyPr anchor="ctr" anchorCtr="0">
            <a:noAutofit/>
          </a:bodyPr>
          <a:lstStyle>
            <a:lvl1pPr algn="l">
              <a:lnSpc>
                <a:spcPct val="75000"/>
              </a:lnSpc>
              <a:defRPr sz="6000"/>
            </a:lvl1pPr>
          </a:lstStyle>
          <a:p>
            <a:r>
              <a:rPr lang="en-US"/>
              <a:t>Click to edit Master title style</a:t>
            </a:r>
          </a:p>
        </p:txBody>
      </p:sp>
      <p:sp>
        <p:nvSpPr>
          <p:cNvPr id="30" name="Picture Placeholder 29">
            <a:extLst>
              <a:ext uri="{FF2B5EF4-FFF2-40B4-BE49-F238E27FC236}">
                <a16:creationId xmlns:a16="http://schemas.microsoft.com/office/drawing/2014/main" id="{EFCA6BCB-48B7-F81F-5A99-F96883C67B4F}"/>
              </a:ext>
            </a:extLst>
          </p:cNvPr>
          <p:cNvSpPr>
            <a:spLocks noGrp="1"/>
          </p:cNvSpPr>
          <p:nvPr>
            <p:ph type="pic" sz="quarter" idx="13"/>
          </p:nvPr>
        </p:nvSpPr>
        <p:spPr>
          <a:xfrm>
            <a:off x="0" y="4572000"/>
            <a:ext cx="12191999" cy="2286000"/>
          </a:xfrm>
          <a:custGeom>
            <a:avLst/>
            <a:gdLst>
              <a:gd name="connsiteX0" fmla="*/ 7837048 w 12191999"/>
              <a:gd name="connsiteY0" fmla="*/ 0 h 2286000"/>
              <a:gd name="connsiteX1" fmla="*/ 12191999 w 12191999"/>
              <a:gd name="connsiteY1" fmla="*/ 0 h 2286000"/>
              <a:gd name="connsiteX2" fmla="*/ 12191999 w 12191999"/>
              <a:gd name="connsiteY2" fmla="*/ 2286000 h 2286000"/>
              <a:gd name="connsiteX3" fmla="*/ 7837048 w 12191999"/>
              <a:gd name="connsiteY3" fmla="*/ 2286000 h 2286000"/>
              <a:gd name="connsiteX4" fmla="*/ 0 w 12191999"/>
              <a:gd name="connsiteY4" fmla="*/ 0 h 2286000"/>
              <a:gd name="connsiteX5" fmla="*/ 7809616 w 12191999"/>
              <a:gd name="connsiteY5" fmla="*/ 0 h 2286000"/>
              <a:gd name="connsiteX6" fmla="*/ 7809616 w 12191999"/>
              <a:gd name="connsiteY6" fmla="*/ 2286000 h 2286000"/>
              <a:gd name="connsiteX7" fmla="*/ 0 w 12191999"/>
              <a:gd name="connsiteY7" fmla="*/ 2286000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286000">
                <a:moveTo>
                  <a:pt x="7837048" y="0"/>
                </a:moveTo>
                <a:lnTo>
                  <a:pt x="12191999" y="0"/>
                </a:lnTo>
                <a:lnTo>
                  <a:pt x="12191999" y="2286000"/>
                </a:lnTo>
                <a:lnTo>
                  <a:pt x="7837048" y="2286000"/>
                </a:lnTo>
                <a:close/>
                <a:moveTo>
                  <a:pt x="0" y="0"/>
                </a:moveTo>
                <a:lnTo>
                  <a:pt x="7809616" y="0"/>
                </a:lnTo>
                <a:lnTo>
                  <a:pt x="7809616" y="2286000"/>
                </a:lnTo>
                <a:lnTo>
                  <a:pt x="0" y="2286000"/>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2582" y="4771572"/>
            <a:ext cx="5943600" cy="1188720"/>
          </a:xfrm>
        </p:spPr>
        <p:txBody>
          <a:bodyPr anchor="b" anchorCtr="0">
            <a:normAutofit/>
          </a:bodyPr>
          <a:lstStyle>
            <a:lvl1pPr marL="0" indent="0" algn="l">
              <a:buNone/>
              <a:defRPr sz="2400" b="0" i="1">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6AB4C54-8CF8-4055-8919-69F08126C231}"/>
              </a:ext>
            </a:extLst>
          </p:cNvPr>
          <p:cNvSpPr>
            <a:spLocks noGrp="1"/>
          </p:cNvSpPr>
          <p:nvPr>
            <p:ph type="body" sz="quarter" idx="15" hasCustomPrompt="1"/>
          </p:nvPr>
        </p:nvSpPr>
        <p:spPr>
          <a:xfrm>
            <a:off x="9171930" y="5417288"/>
            <a:ext cx="1645920" cy="576072"/>
          </a:xfrm>
          <a:custGeom>
            <a:avLst/>
            <a:gdLst>
              <a:gd name="connsiteX0" fmla="*/ 288036 w 1645920"/>
              <a:gd name="connsiteY0" fmla="*/ 0 h 576072"/>
              <a:gd name="connsiteX1" fmla="*/ 1357884 w 1645920"/>
              <a:gd name="connsiteY1" fmla="*/ 0 h 576072"/>
              <a:gd name="connsiteX2" fmla="*/ 1645920 w 1645920"/>
              <a:gd name="connsiteY2" fmla="*/ 288036 h 576072"/>
              <a:gd name="connsiteX3" fmla="*/ 1357884 w 1645920"/>
              <a:gd name="connsiteY3" fmla="*/ 576072 h 576072"/>
              <a:gd name="connsiteX4" fmla="*/ 288036 w 1645920"/>
              <a:gd name="connsiteY4" fmla="*/ 576072 h 576072"/>
              <a:gd name="connsiteX5" fmla="*/ 0 w 1645920"/>
              <a:gd name="connsiteY5" fmla="*/ 288036 h 576072"/>
              <a:gd name="connsiteX6" fmla="*/ 288036 w 1645920"/>
              <a:gd name="connsiteY6" fmla="*/ 0 h 57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920" h="576072">
                <a:moveTo>
                  <a:pt x="288036" y="0"/>
                </a:moveTo>
                <a:lnTo>
                  <a:pt x="1357884" y="0"/>
                </a:lnTo>
                <a:cubicBezTo>
                  <a:pt x="1516962" y="0"/>
                  <a:pt x="1645920" y="128958"/>
                  <a:pt x="1645920" y="288036"/>
                </a:cubicBezTo>
                <a:cubicBezTo>
                  <a:pt x="1645920" y="447114"/>
                  <a:pt x="1516962" y="576072"/>
                  <a:pt x="1357884" y="576072"/>
                </a:cubicBezTo>
                <a:lnTo>
                  <a:pt x="288036" y="576072"/>
                </a:lnTo>
                <a:cubicBezTo>
                  <a:pt x="128958" y="576072"/>
                  <a:pt x="0" y="447114"/>
                  <a:pt x="0" y="288036"/>
                </a:cubicBezTo>
                <a:cubicBezTo>
                  <a:pt x="0" y="128958"/>
                  <a:pt x="128958" y="0"/>
                  <a:pt x="288036" y="0"/>
                </a:cubicBezTo>
                <a:close/>
              </a:path>
            </a:pathLst>
          </a:custGeom>
          <a:ln w="15875">
            <a:solidFill>
              <a:schemeClr val="tx1"/>
            </a:solidFill>
          </a:ln>
        </p:spPr>
        <p:txBody>
          <a:bodyPr wrap="square" anchor="ctr">
            <a:noAutofit/>
          </a:bodyPr>
          <a:lstStyle>
            <a:lvl1pPr algn="ctr">
              <a:defRPr/>
            </a:lvl1pPr>
          </a:lstStyle>
          <a:p>
            <a:pPr lvl="0"/>
            <a:r>
              <a:rPr lang="en-US"/>
              <a:t>M/D/</a:t>
            </a:r>
            <a:r>
              <a:rPr lang="en-US" err="1"/>
              <a:t>YYYY</a:t>
            </a:r>
            <a:endParaRPr lang="en-US"/>
          </a:p>
        </p:txBody>
      </p:sp>
    </p:spTree>
    <p:extLst>
      <p:ext uri="{BB962C8B-B14F-4D97-AF65-F5344CB8AC3E}">
        <p14:creationId xmlns:p14="http://schemas.microsoft.com/office/powerpoint/2010/main" val="3218894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E10A6910-53B1-887E-1BB5-00A1F4FB4BA1}"/>
              </a:ext>
            </a:extLst>
          </p:cNvPr>
          <p:cNvSpPr>
            <a:spLocks noGrp="1"/>
          </p:cNvSpPr>
          <p:nvPr>
            <p:ph type="dt" sz="half" idx="10"/>
          </p:nvPr>
        </p:nvSpPr>
        <p:spPr>
          <a:xfrm>
            <a:off x="566928" y="6309360"/>
            <a:ext cx="1371600" cy="365760"/>
          </a:xfrm>
        </p:spPr>
        <p:txBody>
          <a:bodyPr/>
          <a:lstStyle/>
          <a:p>
            <a:fld id="{D16B9168-F6EC-AA44-B1F6-76306FA4BF2D}" type="datetime1">
              <a:rPr lang="en-US" smtClean="0"/>
              <a:t>4/24/2026</a:t>
            </a:fld>
            <a:endParaRPr lang="en-US"/>
          </a:p>
        </p:txBody>
      </p:sp>
      <p:sp>
        <p:nvSpPr>
          <p:cNvPr id="8" name="Footer Placeholder 7">
            <a:extLst>
              <a:ext uri="{FF2B5EF4-FFF2-40B4-BE49-F238E27FC236}">
                <a16:creationId xmlns:a16="http://schemas.microsoft.com/office/drawing/2014/main" id="{E41F0465-4D18-9B18-DD2D-EDB2FA859BE8}"/>
              </a:ext>
            </a:extLst>
          </p:cNvPr>
          <p:cNvSpPr>
            <a:spLocks noGrp="1"/>
          </p:cNvSpPr>
          <p:nvPr>
            <p:ph type="ftr" sz="quarter" idx="11"/>
          </p:nvPr>
        </p:nvSpPr>
        <p:spPr>
          <a:xfrm>
            <a:off x="8437249"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3FBFAC0C-3553-79B8-C54F-1755C5A97B9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54210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1610379"/>
            <a:ext cx="7876287" cy="3592629"/>
          </a:xfrm>
        </p:spPr>
        <p:txBody>
          <a:bodyPr anchor="b">
            <a:normAutofit/>
          </a:bodyPr>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537327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ECB934-A7B2-524D-BFEC-F77CDECEE6EE}" type="datetime1">
              <a:rPr lang="en-US" smtClean="0"/>
              <a:t>4/24/2026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8004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004637-5A31-8644-BF75-15F39C94EBA3}" type="datetime1">
              <a:rPr lang="en-US" smtClean="0"/>
              <a:t>4/24/2026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58931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2006614"/>
            <a:ext cx="6039983" cy="2844773"/>
          </a:xfrm>
        </p:spPr>
        <p:txBody>
          <a:bodyPr anchor="ctr" anchorCtr="0">
            <a:normAutofit/>
          </a:bodyPr>
          <a:lstStyle>
            <a:lvl1pPr algn="l">
              <a:lnSpc>
                <a:spcPct val="75000"/>
              </a:lnSpc>
              <a:defRPr sz="6000"/>
            </a:lvl1pPr>
          </a:lstStyle>
          <a:p>
            <a:r>
              <a:rPr lang="en-US"/>
              <a:t>Click to edit Master title style</a:t>
            </a:r>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7797013" y="633794"/>
            <a:ext cx="4394987" cy="5590412"/>
          </a:xfrm>
          <a:blipFill dpi="0" rotWithShape="1">
            <a:blip r:embed="rId2">
              <a:alphaModFix amt="60000"/>
              <a:extLst>
                <a:ext uri="{28A0092B-C50C-407E-A947-70E740481C1C}">
                  <a14:useLocalDpi xmlns:a14="http://schemas.microsoft.com/office/drawing/2010/main" val="0"/>
                </a:ext>
              </a:extLst>
            </a:blip>
            <a:srcRect/>
            <a:stretch>
              <a:fillRect r="35"/>
            </a:stretch>
          </a:blipFill>
        </p:spPr>
        <p:txBody>
          <a:bodyPr/>
          <a:lstStyle/>
          <a:p>
            <a:r>
              <a:rPr lang="en-US"/>
              <a:t>Click icon to add picture</a:t>
            </a:r>
          </a:p>
        </p:txBody>
      </p:sp>
      <p:grpSp>
        <p:nvGrpSpPr>
          <p:cNvPr id="19" name="Group 18">
            <a:extLst>
              <a:ext uri="{FF2B5EF4-FFF2-40B4-BE49-F238E27FC236}">
                <a16:creationId xmlns:a16="http://schemas.microsoft.com/office/drawing/2014/main" id="{4D7E0C5C-1BE1-9C59-13F8-71572AFB5DAC}"/>
              </a:ext>
            </a:extLst>
          </p:cNvPr>
          <p:cNvGrpSpPr/>
          <p:nvPr userDrawn="1"/>
        </p:nvGrpSpPr>
        <p:grpSpPr>
          <a:xfrm>
            <a:off x="1524" y="621942"/>
            <a:ext cx="12189714" cy="5624439"/>
            <a:chOff x="1524" y="679790"/>
            <a:chExt cx="12189714" cy="5624439"/>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7979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p:nvCxnSpPr>
          <p:spPr>
            <a:xfrm>
              <a:off x="2286" y="6293907"/>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4852208" y="3375142"/>
              <a:ext cx="5623560" cy="234613"/>
              <a:chOff x="1524" y="466526"/>
              <a:chExt cx="12190480" cy="234613"/>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9" y="466526"/>
                <a:ext cx="1218895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01139"/>
                <a:ext cx="1218895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622997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7382" y="4081369"/>
            <a:ext cx="10733872" cy="2059770"/>
          </a:xfrm>
        </p:spPr>
        <p:txBody>
          <a:bodyPr anchor="b" anchorCtr="0">
            <a:normAutofit/>
          </a:bodyPr>
          <a:lstStyle>
            <a:lvl1pPr algn="l">
              <a:lnSpc>
                <a:spcPct val="75000"/>
              </a:lnSpc>
              <a:defRPr sz="6000"/>
            </a:lvl1pPr>
          </a:lstStyle>
          <a:p>
            <a:r>
              <a:rPr lang="en-US"/>
              <a:t>Click to edit Master title style</a:t>
            </a:r>
          </a:p>
        </p:txBody>
      </p:sp>
      <p:sp>
        <p:nvSpPr>
          <p:cNvPr id="8" name="Picture Placeholder 10">
            <a:extLst>
              <a:ext uri="{FF2B5EF4-FFF2-40B4-BE49-F238E27FC236}">
                <a16:creationId xmlns:a16="http://schemas.microsoft.com/office/drawing/2014/main" id="{68840BA8-F5D8-0705-FEEC-A013F601E9EF}"/>
              </a:ext>
            </a:extLst>
          </p:cNvPr>
          <p:cNvSpPr>
            <a:spLocks noGrp="1"/>
          </p:cNvSpPr>
          <p:nvPr>
            <p:ph type="pic" sz="quarter" idx="13"/>
          </p:nvPr>
        </p:nvSpPr>
        <p:spPr>
          <a:xfrm>
            <a:off x="-1" y="631686"/>
            <a:ext cx="12192000" cy="288358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3" name="Group 2">
            <a:extLst>
              <a:ext uri="{FF2B5EF4-FFF2-40B4-BE49-F238E27FC236}">
                <a16:creationId xmlns:a16="http://schemas.microsoft.com/office/drawing/2014/main" id="{29675293-EE24-9B9A-05FE-F518D184151B}"/>
              </a:ext>
            </a:extLst>
          </p:cNvPr>
          <p:cNvGrpSpPr/>
          <p:nvPr/>
        </p:nvGrpSpPr>
        <p:grpSpPr>
          <a:xfrm>
            <a:off x="1524" y="393192"/>
            <a:ext cx="12190476" cy="230457"/>
            <a:chOff x="1524" y="486404"/>
            <a:chExt cx="12190476" cy="230457"/>
          </a:xfrm>
        </p:grpSpPr>
        <p:cxnSp>
          <p:nvCxnSpPr>
            <p:cNvPr id="4" name="Straight Connector 3">
              <a:extLst>
                <a:ext uri="{FF2B5EF4-FFF2-40B4-BE49-F238E27FC236}">
                  <a16:creationId xmlns:a16="http://schemas.microsoft.com/office/drawing/2014/main" id="{42AC33AC-4C52-DCDB-1568-A656B92B6DB3}"/>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5E6E8AA-9E5D-2CD0-1E00-7946B275A6E3}"/>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EB054126-09BE-4243-7F4C-B417B064C9C9}"/>
              </a:ext>
            </a:extLst>
          </p:cNvPr>
          <p:cNvGrpSpPr/>
          <p:nvPr/>
        </p:nvGrpSpPr>
        <p:grpSpPr>
          <a:xfrm>
            <a:off x="762" y="3526715"/>
            <a:ext cx="12190476" cy="230457"/>
            <a:chOff x="1524" y="486404"/>
            <a:chExt cx="12190476" cy="230457"/>
          </a:xfrm>
        </p:grpSpPr>
        <p:cxnSp>
          <p:nvCxnSpPr>
            <p:cNvPr id="7" name="Straight Connector 6">
              <a:extLst>
                <a:ext uri="{FF2B5EF4-FFF2-40B4-BE49-F238E27FC236}">
                  <a16:creationId xmlns:a16="http://schemas.microsoft.com/office/drawing/2014/main" id="{F504626D-F989-3307-F577-891C0FB3E42B}"/>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95BBC0-5863-88F8-8F0F-3F00C5E7F814}"/>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73962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03520" y="2006614"/>
            <a:ext cx="6039983" cy="2844773"/>
          </a:xfrm>
        </p:spPr>
        <p:txBody>
          <a:bodyPr anchor="ctr" anchorCtr="0">
            <a:normAutofit/>
          </a:bodyPr>
          <a:lstStyle>
            <a:lvl1pPr algn="l">
              <a:lnSpc>
                <a:spcPct val="75000"/>
              </a:lnSpc>
              <a:defRPr sz="6000"/>
            </a:lvl1pPr>
          </a:lstStyle>
          <a:p>
            <a:r>
              <a:rPr lang="en-US"/>
              <a:t>Click to edit Master title style</a:t>
            </a:r>
          </a:p>
        </p:txBody>
      </p:sp>
      <p:sp>
        <p:nvSpPr>
          <p:cNvPr id="18" name="Picture Placeholder 10">
            <a:extLst>
              <a:ext uri="{FF2B5EF4-FFF2-40B4-BE49-F238E27FC236}">
                <a16:creationId xmlns:a16="http://schemas.microsoft.com/office/drawing/2014/main" id="{DE41C122-229A-A3B7-CB92-9CC9FEEDE69D}"/>
              </a:ext>
            </a:extLst>
          </p:cNvPr>
          <p:cNvSpPr>
            <a:spLocks noGrp="1"/>
          </p:cNvSpPr>
          <p:nvPr>
            <p:ph type="pic" sz="quarter" idx="13"/>
          </p:nvPr>
        </p:nvSpPr>
        <p:spPr>
          <a:xfrm>
            <a:off x="0" y="633794"/>
            <a:ext cx="4394987" cy="5590412"/>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5" name="Group 4">
            <a:extLst>
              <a:ext uri="{FF2B5EF4-FFF2-40B4-BE49-F238E27FC236}">
                <a16:creationId xmlns:a16="http://schemas.microsoft.com/office/drawing/2014/main" id="{A92B1D98-8540-A2E0-960F-3096393D712E}"/>
              </a:ext>
            </a:extLst>
          </p:cNvPr>
          <p:cNvGrpSpPr/>
          <p:nvPr/>
        </p:nvGrpSpPr>
        <p:grpSpPr>
          <a:xfrm>
            <a:off x="1524" y="621942"/>
            <a:ext cx="12189714" cy="5624435"/>
            <a:chOff x="1524" y="621942"/>
            <a:chExt cx="12189714" cy="5624435"/>
          </a:xfrm>
        </p:grpSpPr>
        <p:cxnSp>
          <p:nvCxnSpPr>
            <p:cNvPr id="10" name="Straight Connector 9">
              <a:extLst>
                <a:ext uri="{FF2B5EF4-FFF2-40B4-BE49-F238E27FC236}">
                  <a16:creationId xmlns:a16="http://schemas.microsoft.com/office/drawing/2014/main" id="{F50D678C-01CA-A64D-5585-F7E3AA7C4A38}"/>
                </a:ext>
              </a:extLst>
            </p:cNvPr>
            <p:cNvCxnSpPr>
              <a:cxnSpLocks/>
            </p:cNvCxnSpPr>
            <p:nvPr/>
          </p:nvCxnSpPr>
          <p:spPr>
            <a:xfrm>
              <a:off x="1524" y="6219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0D1019-0BE7-9D29-EEC9-3237A64DE3A1}"/>
                </a:ext>
              </a:extLst>
            </p:cNvPr>
            <p:cNvCxnSpPr>
              <a:cxnSpLocks/>
            </p:cNvCxnSpPr>
            <p:nvPr userDrawn="1"/>
          </p:nvCxnSpPr>
          <p:spPr>
            <a:xfrm>
              <a:off x="2286" y="623605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190C5E0-F7D4-5497-E9DB-1F45EC3EA3B2}"/>
                </a:ext>
              </a:extLst>
            </p:cNvPr>
            <p:cNvGrpSpPr/>
            <p:nvPr/>
          </p:nvGrpSpPr>
          <p:grpSpPr>
            <a:xfrm rot="16200000">
              <a:off x="1706663" y="3319368"/>
              <a:ext cx="5623560" cy="230457"/>
              <a:chOff x="1524" y="486404"/>
              <a:chExt cx="12190476" cy="230457"/>
            </a:xfrm>
          </p:grpSpPr>
          <p:cxnSp>
            <p:nvCxnSpPr>
              <p:cNvPr id="15" name="Straight Connector 14">
                <a:extLst>
                  <a:ext uri="{FF2B5EF4-FFF2-40B4-BE49-F238E27FC236}">
                    <a16:creationId xmlns:a16="http://schemas.microsoft.com/office/drawing/2014/main" id="{4A206331-1C98-0F93-3908-A2F1D1F6EBE1}"/>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8DFBA-D7D1-2F7C-CC70-E8CD8B55C94A}"/>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869586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62221" y="779721"/>
            <a:ext cx="8467558" cy="1554480"/>
          </a:xfrm>
        </p:spPr>
        <p:txBody>
          <a:bodyPr anchor="b">
            <a:normAutofit/>
          </a:bodyPr>
          <a:lstStyle>
            <a:lvl1pPr algn="ctr">
              <a:defRPr sz="4400"/>
            </a:lvl1pPr>
          </a:lstStyle>
          <a:p>
            <a:r>
              <a:rPr lang="en-US"/>
              <a:t>Click to edit Master title style</a:t>
            </a:r>
          </a:p>
        </p:txBody>
      </p:sp>
      <p:sp>
        <p:nvSpPr>
          <p:cNvPr id="6" name="Date Placeholder 5">
            <a:extLst>
              <a:ext uri="{FF2B5EF4-FFF2-40B4-BE49-F238E27FC236}">
                <a16:creationId xmlns:a16="http://schemas.microsoft.com/office/drawing/2014/main" id="{5EE3334D-C461-2466-9E8A-5CBF2D354A94}"/>
              </a:ext>
            </a:extLst>
          </p:cNvPr>
          <p:cNvSpPr>
            <a:spLocks noGrp="1"/>
          </p:cNvSpPr>
          <p:nvPr>
            <p:ph type="dt" sz="half" idx="14"/>
          </p:nvPr>
        </p:nvSpPr>
        <p:spPr/>
        <p:txBody>
          <a:bodyPr/>
          <a:lstStyle/>
          <a:p>
            <a:fld id="{D16B9168-F6EC-AA44-B1F6-76306FA4BF2D}" type="datetime1">
              <a:rPr lang="en-US" smtClean="0"/>
              <a:t>4/24/2026</a:t>
            </a:fld>
            <a:endParaRPr lang="en-US"/>
          </a:p>
        </p:txBody>
      </p:sp>
      <p:sp>
        <p:nvSpPr>
          <p:cNvPr id="8" name="Footer Placeholder 7">
            <a:extLst>
              <a:ext uri="{FF2B5EF4-FFF2-40B4-BE49-F238E27FC236}">
                <a16:creationId xmlns:a16="http://schemas.microsoft.com/office/drawing/2014/main" id="{E6C20070-9FE3-480D-6EDC-BEAFD99B5BD2}"/>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ACD7422-CEB6-84CA-0EAE-743F83C71B3D}"/>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862221" y="2449473"/>
            <a:ext cx="8467558" cy="3689909"/>
          </a:xfrm>
        </p:spPr>
        <p:txBody>
          <a:bodyPr>
            <a:normAutofit/>
          </a:bodyPr>
          <a:lstStyle>
            <a:lvl1pPr marL="0" indent="0" algn="ctr">
              <a:buFont typeface="Arial" panose="020B0604020202020204" pitchFamily="34" charset="0"/>
              <a:buNone/>
              <a:defRPr sz="1800"/>
            </a:lvl1pPr>
            <a:lvl2pPr marL="228600" indent="0" algn="ctr">
              <a:buFont typeface="Arial" panose="020B0604020202020204" pitchFamily="34" charset="0"/>
              <a:buNone/>
              <a:defRPr sz="1800"/>
            </a:lvl2pPr>
            <a:lvl3pPr marL="457200" indent="0" algn="ctr">
              <a:buFont typeface="Arial" panose="020B0604020202020204" pitchFamily="34" charset="0"/>
              <a:buNone/>
              <a:defRPr sz="1800"/>
            </a:lvl3pPr>
            <a:lvl4pPr marL="685800" indent="0" algn="ctr">
              <a:buFont typeface="Arial" panose="020B0604020202020204" pitchFamily="34" charset="0"/>
              <a:buNone/>
              <a:defRPr sz="1800"/>
            </a:lvl4pPr>
            <a:lvl5pPr marL="914400" indent="0" algn="ctr">
              <a:buFont typeface="Arial" panose="020B0604020202020204" pitchFamily="34" charse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8926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270" y="2160947"/>
            <a:ext cx="2926080" cy="2509763"/>
          </a:xfrm>
        </p:spPr>
        <p:txBody>
          <a:bodyPr anchor="ctr" anchorCtr="0">
            <a:normAutofit/>
          </a:bodyPr>
          <a:lstStyle>
            <a:lvl1pPr algn="ctr">
              <a:defRPr sz="4400"/>
            </a:lvl1pPr>
          </a:lstStyle>
          <a:p>
            <a:r>
              <a:rPr lang="en-US"/>
              <a:t>Click to edit Master title style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66928" y="529008"/>
            <a:ext cx="429207" cy="365125"/>
          </a:xfrm>
        </p:spPr>
        <p:txBody>
          <a:bodyPr/>
          <a:lstStyle>
            <a:lvl1pPr algn="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16595" y="525786"/>
            <a:ext cx="1828800" cy="365125"/>
          </a:xfrm>
        </p:spPr>
        <p:txBody>
          <a:bodyPr/>
          <a:lstStyle>
            <a:lvl1pPr algn="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341510" y="5976691"/>
            <a:ext cx="1371600" cy="365760"/>
          </a:xfrm>
        </p:spPr>
        <p:txBody>
          <a:bodyPr/>
          <a:lstStyle/>
          <a:p>
            <a:fld id="{6DCA0909-C965-B345-8649-8376ABAE122F}" type="datetime1">
              <a:rPr lang="en-US" smtClean="0"/>
              <a:t>4/24/2026</a:t>
            </a:fld>
            <a:endParaRPr lang="en-US"/>
          </a:p>
        </p:txBody>
      </p:sp>
      <p:sp>
        <p:nvSpPr>
          <p:cNvPr id="12" name="Picture Placeholder 11">
            <a:extLst>
              <a:ext uri="{FF2B5EF4-FFF2-40B4-BE49-F238E27FC236}">
                <a16:creationId xmlns:a16="http://schemas.microsoft.com/office/drawing/2014/main" id="{990F6233-054F-BC0F-2687-4169A06F7678}"/>
              </a:ext>
            </a:extLst>
          </p:cNvPr>
          <p:cNvSpPr>
            <a:spLocks noGrp="1"/>
          </p:cNvSpPr>
          <p:nvPr>
            <p:ph type="pic" sz="quarter" idx="14"/>
          </p:nvPr>
        </p:nvSpPr>
        <p:spPr>
          <a:xfrm>
            <a:off x="4064097" y="-1"/>
            <a:ext cx="8127902" cy="6857991"/>
          </a:xfrm>
          <a:custGeom>
            <a:avLst/>
            <a:gdLst>
              <a:gd name="connsiteX0" fmla="*/ 0 w 8127902"/>
              <a:gd name="connsiteY0" fmla="*/ 5461143 h 6857991"/>
              <a:gd name="connsiteX1" fmla="*/ 8127902 w 8127902"/>
              <a:gd name="connsiteY1" fmla="*/ 5461143 h 6857991"/>
              <a:gd name="connsiteX2" fmla="*/ 8127902 w 8127902"/>
              <a:gd name="connsiteY2" fmla="*/ 6857991 h 6857991"/>
              <a:gd name="connsiteX3" fmla="*/ 0 w 8127902"/>
              <a:gd name="connsiteY3" fmla="*/ 6857991 h 6857991"/>
              <a:gd name="connsiteX4" fmla="*/ 0 w 8127902"/>
              <a:gd name="connsiteY4" fmla="*/ 0 h 6857991"/>
              <a:gd name="connsiteX5" fmla="*/ 8127902 w 8127902"/>
              <a:gd name="connsiteY5" fmla="*/ 0 h 6857991"/>
              <a:gd name="connsiteX6" fmla="*/ 8127902 w 8127902"/>
              <a:gd name="connsiteY6" fmla="*/ 1379293 h 6857991"/>
              <a:gd name="connsiteX7" fmla="*/ 0 w 8127902"/>
              <a:gd name="connsiteY7" fmla="*/ 1379293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1">
                <a:moveTo>
                  <a:pt x="0" y="5461143"/>
                </a:moveTo>
                <a:lnTo>
                  <a:pt x="8127902" y="5461143"/>
                </a:lnTo>
                <a:lnTo>
                  <a:pt x="8127902" y="6857991"/>
                </a:lnTo>
                <a:lnTo>
                  <a:pt x="0" y="6857991"/>
                </a:lnTo>
                <a:close/>
                <a:moveTo>
                  <a:pt x="0" y="0"/>
                </a:moveTo>
                <a:lnTo>
                  <a:pt x="8127902" y="0"/>
                </a:lnTo>
                <a:lnTo>
                  <a:pt x="8127902" y="1379293"/>
                </a:lnTo>
                <a:lnTo>
                  <a:pt x="0" y="1379293"/>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t="3" r="37"/>
            </a:stretch>
          </a:blipFill>
        </p:spPr>
        <p:txBody>
          <a:bodyPr wrap="square">
            <a:noAutofit/>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730442" y="2158528"/>
            <a:ext cx="6785736" cy="2514600"/>
          </a:xfrm>
        </p:spPr>
        <p:txBody>
          <a:bodyPr anchor="ctr" anchorCtr="0">
            <a:normAutofit/>
          </a:bodyPr>
          <a:lstStyle>
            <a:lvl1pPr marL="0" indent="0">
              <a:buFont typeface="+mj-lt"/>
              <a:buNone/>
              <a:defRPr sz="1800" i="1"/>
            </a:lvl1pPr>
            <a:lvl2pPr marL="228600" indent="0">
              <a:buFont typeface="+mj-lt"/>
              <a:buNone/>
              <a:defRPr sz="1800" i="1"/>
            </a:lvl2pPr>
            <a:lvl3pPr marL="457200" indent="0">
              <a:buFont typeface="+mj-lt"/>
              <a:buNone/>
              <a:defRPr sz="1800" i="1"/>
            </a:lvl3pPr>
            <a:lvl4pPr marL="685800" indent="0">
              <a:buFont typeface="+mj-lt"/>
              <a:buNone/>
              <a:defRPr sz="1800" i="1"/>
            </a:lvl4pPr>
            <a:lvl5pPr marL="914400" indent="0">
              <a:buFont typeface="+mj-lt"/>
              <a:buNone/>
              <a:defRPr sz="1800" i="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9" name="Group 18">
            <a:extLst>
              <a:ext uri="{FF2B5EF4-FFF2-40B4-BE49-F238E27FC236}">
                <a16:creationId xmlns:a16="http://schemas.microsoft.com/office/drawing/2014/main" id="{9AB01DA6-EC20-B4FD-9896-88A903B2EF0E}"/>
              </a:ext>
            </a:extLst>
          </p:cNvPr>
          <p:cNvGrpSpPr/>
          <p:nvPr/>
        </p:nvGrpSpPr>
        <p:grpSpPr>
          <a:xfrm>
            <a:off x="1524" y="5230685"/>
            <a:ext cx="12190476" cy="230457"/>
            <a:chOff x="1524" y="486404"/>
            <a:chExt cx="12190476" cy="230457"/>
          </a:xfrm>
        </p:grpSpPr>
        <p:cxnSp>
          <p:nvCxnSpPr>
            <p:cNvPr id="20" name="Straight Connector 19">
              <a:extLst>
                <a:ext uri="{FF2B5EF4-FFF2-40B4-BE49-F238E27FC236}">
                  <a16:creationId xmlns:a16="http://schemas.microsoft.com/office/drawing/2014/main" id="{F52BF8E0-963D-EE28-8E0F-64F235D1FE6C}"/>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CA08CA2-17E1-CFE8-9645-762AB31D7222}"/>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8F51B7BD-9CD6-5727-EAB2-3C568C99E7B1}"/>
              </a:ext>
            </a:extLst>
          </p:cNvPr>
          <p:cNvGrpSpPr/>
          <p:nvPr userDrawn="1"/>
        </p:nvGrpSpPr>
        <p:grpSpPr>
          <a:xfrm>
            <a:off x="1524" y="1379292"/>
            <a:ext cx="12190476" cy="230457"/>
            <a:chOff x="1524" y="486404"/>
            <a:chExt cx="12190476" cy="230457"/>
          </a:xfrm>
        </p:grpSpPr>
        <p:cxnSp>
          <p:nvCxnSpPr>
            <p:cNvPr id="8" name="Straight Connector 7">
              <a:extLst>
                <a:ext uri="{FF2B5EF4-FFF2-40B4-BE49-F238E27FC236}">
                  <a16:creationId xmlns:a16="http://schemas.microsoft.com/office/drawing/2014/main" id="{D6BAA12E-4487-D093-61E6-6A6F9527EBF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D70512-C761-310A-0904-A3EDB21E5338}"/>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69CF23D4-7D4B-4FD2-FD38-61B2A04E2F20}"/>
              </a:ext>
            </a:extLst>
          </p:cNvPr>
          <p:cNvCxnSpPr/>
          <p:nvPr userDrawn="1"/>
        </p:nvCxnSpPr>
        <p:spPr>
          <a:xfrm>
            <a:off x="405462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249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Autofit/>
          </a:bodyPr>
          <a:lstStyle>
            <a:lvl1pPr>
              <a:defRPr sz="44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3" name="Date Placeholder 2">
            <a:extLst>
              <a:ext uri="{FF2B5EF4-FFF2-40B4-BE49-F238E27FC236}">
                <a16:creationId xmlns:a16="http://schemas.microsoft.com/office/drawing/2014/main" id="{A103B212-19A7-1389-5D84-1493713BA481}"/>
              </a:ext>
            </a:extLst>
          </p:cNvPr>
          <p:cNvSpPr>
            <a:spLocks noGrp="1"/>
          </p:cNvSpPr>
          <p:nvPr>
            <p:ph type="dt" sz="half" idx="15"/>
          </p:nvPr>
        </p:nvSpPr>
        <p:spPr>
          <a:xfrm>
            <a:off x="6858000" y="187080"/>
            <a:ext cx="1371600" cy="365760"/>
          </a:xfrm>
        </p:spPr>
        <p:txBody>
          <a:bodyPr/>
          <a:lstStyle/>
          <a:p>
            <a:fld id="{D16B9168-F6EC-AA44-B1F6-76306FA4BF2D}" type="datetime1">
              <a:rPr lang="en-US" smtClean="0"/>
              <a:t>4/24/2026</a:t>
            </a:fld>
            <a:endParaRPr lang="en-US"/>
          </a:p>
        </p:txBody>
      </p:sp>
      <p:sp>
        <p:nvSpPr>
          <p:cNvPr id="4" name="Footer Placeholder 3">
            <a:extLst>
              <a:ext uri="{FF2B5EF4-FFF2-40B4-BE49-F238E27FC236}">
                <a16:creationId xmlns:a16="http://schemas.microsoft.com/office/drawing/2014/main" id="{7C2F619C-303A-EC07-5744-BCF0A158F37A}"/>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DAC6015C-1958-8819-6CFA-C8CA9EF5FFA7}"/>
              </a:ext>
            </a:extLst>
          </p:cNvPr>
          <p:cNvSpPr>
            <a:spLocks noGrp="1"/>
          </p:cNvSpPr>
          <p:nvPr>
            <p:ph type="sldNum" sz="quarter" idx="17"/>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0" indent="0">
              <a:buFont typeface="+mj-lt"/>
              <a:buNone/>
              <a:defRPr sz="1800"/>
            </a:lvl1pPr>
            <a:lvl2pPr marL="228600" indent="0">
              <a:buFont typeface="+mj-lt"/>
              <a:buNone/>
              <a:defRPr sz="1800"/>
            </a:lvl2pPr>
            <a:lvl3pPr marL="457200" indent="0">
              <a:buFont typeface="+mj-lt"/>
              <a:buNone/>
              <a:defRPr sz="1800"/>
            </a:lvl3pPr>
            <a:lvl4pPr marL="685800" indent="0">
              <a:buFont typeface="+mj-lt"/>
              <a:buNone/>
              <a:defRPr sz="1800"/>
            </a:lvl4pPr>
            <a:lvl5pPr>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EE4FA13F-5EC9-D941-0DA6-5E8CB0B77475}"/>
              </a:ext>
            </a:extLst>
          </p:cNvPr>
          <p:cNvGrpSpPr/>
          <p:nvPr userDrawn="1"/>
        </p:nvGrpSpPr>
        <p:grpSpPr>
          <a:xfrm rot="5400000">
            <a:off x="2803644" y="3314697"/>
            <a:ext cx="6858000" cy="228600"/>
            <a:chOff x="1524" y="486404"/>
            <a:chExt cx="12190476" cy="230457"/>
          </a:xfrm>
        </p:grpSpPr>
        <p:cxnSp>
          <p:nvCxnSpPr>
            <p:cNvPr id="9" name="Straight Connector 8">
              <a:extLst>
                <a:ext uri="{FF2B5EF4-FFF2-40B4-BE49-F238E27FC236}">
                  <a16:creationId xmlns:a16="http://schemas.microsoft.com/office/drawing/2014/main" id="{0A3204B7-F0CC-C537-75EC-860CCB08063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2ECDF8D-5807-D383-DD66-792A704EA22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105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11320"/>
            <a:ext cx="10653578" cy="1132258"/>
          </a:xfrm>
        </p:spPr>
        <p:txBody>
          <a:bodyPr anchor="b" anchorCtr="0">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E7F1B-976D-3ABC-105B-153A80975A9D}"/>
              </a:ext>
            </a:extLst>
          </p:cNvPr>
          <p:cNvSpPr>
            <a:spLocks noGrp="1"/>
          </p:cNvSpPr>
          <p:nvPr>
            <p:ph type="dt" sz="half" idx="10"/>
          </p:nvPr>
        </p:nvSpPr>
        <p:spPr>
          <a:xfrm>
            <a:off x="566928" y="6309360"/>
            <a:ext cx="1371600" cy="365760"/>
          </a:xfrm>
        </p:spPr>
        <p:txBody>
          <a:bodyPr/>
          <a:lstStyle/>
          <a:p>
            <a:fld id="{D16B9168-F6EC-AA44-B1F6-76306FA4BF2D}" type="datetime1">
              <a:rPr lang="en-US" smtClean="0"/>
              <a:t>4/24/2026</a:t>
            </a:fld>
            <a:endParaRPr lang="en-US"/>
          </a:p>
        </p:txBody>
      </p:sp>
      <p:sp>
        <p:nvSpPr>
          <p:cNvPr id="8" name="Footer Placeholder 7">
            <a:extLst>
              <a:ext uri="{FF2B5EF4-FFF2-40B4-BE49-F238E27FC236}">
                <a16:creationId xmlns:a16="http://schemas.microsoft.com/office/drawing/2014/main" id="{1B2BAF71-3D3C-DFB3-0251-27F1B866D77B}"/>
              </a:ext>
            </a:extLst>
          </p:cNvPr>
          <p:cNvSpPr>
            <a:spLocks noGrp="1"/>
          </p:cNvSpPr>
          <p:nvPr>
            <p:ph type="ftr" sz="quarter" idx="11"/>
          </p:nvPr>
        </p:nvSpPr>
        <p:spPr>
          <a:xfrm>
            <a:off x="8437249" y="6309360"/>
            <a:ext cx="2805405" cy="365125"/>
          </a:xfrm>
        </p:spPr>
        <p:txBody>
          <a:bodyPr/>
          <a:lstStyle/>
          <a:p>
            <a:endParaRPr lang="en-US"/>
          </a:p>
        </p:txBody>
      </p:sp>
      <p:sp>
        <p:nvSpPr>
          <p:cNvPr id="10" name="Slide Number Placeholder 9">
            <a:extLst>
              <a:ext uri="{FF2B5EF4-FFF2-40B4-BE49-F238E27FC236}">
                <a16:creationId xmlns:a16="http://schemas.microsoft.com/office/drawing/2014/main" id="{FD728C4D-5809-FB9D-495E-3C24CD20F88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51473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9AFCA72-41CF-D05C-F8FB-8CAA627330D0}"/>
              </a:ext>
            </a:extLst>
          </p:cNvPr>
          <p:cNvGrpSpPr/>
          <p:nvPr userDrawn="1"/>
        </p:nvGrpSpPr>
        <p:grpSpPr>
          <a:xfrm>
            <a:off x="762" y="-1"/>
            <a:ext cx="12191238" cy="6858001"/>
            <a:chOff x="762" y="-1"/>
            <a:chExt cx="12191238" cy="6858001"/>
          </a:xfrm>
        </p:grpSpPr>
        <p:cxnSp>
          <p:nvCxnSpPr>
            <p:cNvPr id="21" name="Straight Connector 20">
              <a:extLst>
                <a:ext uri="{FF2B5EF4-FFF2-40B4-BE49-F238E27FC236}">
                  <a16:creationId xmlns:a16="http://schemas.microsoft.com/office/drawing/2014/main" id="{7B29C259-F97A-8F67-400F-BC54EB156031}"/>
                </a:ext>
              </a:extLst>
            </p:cNvPr>
            <p:cNvCxnSpPr>
              <a:cxnSpLocks/>
            </p:cNvCxnSpPr>
            <p:nvPr userDrawn="1"/>
          </p:nvCxnSpPr>
          <p:spPr>
            <a:xfrm>
              <a:off x="3048" y="230556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2E4DE8A-5131-66D0-8011-8BFA0C904B93}"/>
                </a:ext>
              </a:extLst>
            </p:cNvPr>
            <p:cNvCxnSpPr>
              <a:cxnSpLocks/>
            </p:cNvCxnSpPr>
            <p:nvPr userDrawn="1"/>
          </p:nvCxnSpPr>
          <p:spPr>
            <a:xfrm>
              <a:off x="1524" y="253602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9C2E701-AF8D-7A3D-CC09-891E0AFB726C}"/>
                </a:ext>
              </a:extLst>
            </p:cNvPr>
            <p:cNvCxnSpPr>
              <a:cxnSpLocks/>
            </p:cNvCxnSpPr>
            <p:nvPr userDrawn="1"/>
          </p:nvCxnSpPr>
          <p:spPr>
            <a:xfrm>
              <a:off x="2286" y="61398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674796-E246-B6E4-B793-0B35356F892D}"/>
                </a:ext>
              </a:extLst>
            </p:cNvPr>
            <p:cNvCxnSpPr>
              <a:cxnSpLocks/>
            </p:cNvCxnSpPr>
            <p:nvPr userDrawn="1"/>
          </p:nvCxnSpPr>
          <p:spPr>
            <a:xfrm>
              <a:off x="762" y="63703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E8D2328-4643-C915-66E4-67530C6C8BA2}"/>
                </a:ext>
              </a:extLst>
            </p:cNvPr>
            <p:cNvCxnSpPr/>
            <p:nvPr userDrawn="1"/>
          </p:nvCxnSpPr>
          <p:spPr>
            <a:xfrm>
              <a:off x="4050792"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54880" y="478810"/>
            <a:ext cx="6680364" cy="1525849"/>
          </a:xfrm>
        </p:spPr>
        <p:txBody>
          <a:bodyPr anchor="b" anchorCtr="0">
            <a:normAutofit/>
          </a:bodyPr>
          <a:lstStyle>
            <a:lvl1pPr>
              <a:defRPr sz="4400"/>
            </a:lvl1pPr>
          </a:lstStyle>
          <a:p>
            <a:r>
              <a:rPr lang="en-US"/>
              <a:t>Click to edit Master title style</a:t>
            </a:r>
          </a:p>
        </p:txBody>
      </p:sp>
      <p:sp>
        <p:nvSpPr>
          <p:cNvPr id="18" name="Date Placeholder 17">
            <a:extLst>
              <a:ext uri="{FF2B5EF4-FFF2-40B4-BE49-F238E27FC236}">
                <a16:creationId xmlns:a16="http://schemas.microsoft.com/office/drawing/2014/main" id="{41D407DA-00BD-2265-F634-419E75DA4E6B}"/>
              </a:ext>
            </a:extLst>
          </p:cNvPr>
          <p:cNvSpPr>
            <a:spLocks noGrp="1"/>
          </p:cNvSpPr>
          <p:nvPr>
            <p:ph type="dt" sz="half" idx="14"/>
          </p:nvPr>
        </p:nvSpPr>
        <p:spPr/>
        <p:txBody>
          <a:bodyPr/>
          <a:lstStyle/>
          <a:p>
            <a:fld id="{6B4AD165-8B01-3E43-98A9-F808A95BF71A}" type="datetime1">
              <a:rPr lang="en-US" smtClean="0"/>
              <a:t>4/24/2026</a:t>
            </a:fld>
            <a:endParaRPr lang="en-US"/>
          </a:p>
        </p:txBody>
      </p:sp>
      <p:sp>
        <p:nvSpPr>
          <p:cNvPr id="19" name="Footer Placeholder 18">
            <a:extLst>
              <a:ext uri="{FF2B5EF4-FFF2-40B4-BE49-F238E27FC236}">
                <a16:creationId xmlns:a16="http://schemas.microsoft.com/office/drawing/2014/main" id="{CF15EF94-8F8C-0EF5-8EF2-5C4EA19564E2}"/>
              </a:ext>
            </a:extLst>
          </p:cNvPr>
          <p:cNvSpPr>
            <a:spLocks noGrp="1"/>
          </p:cNvSpPr>
          <p:nvPr>
            <p:ph type="ftr" sz="quarter" idx="15"/>
          </p:nvPr>
        </p:nvSpPr>
        <p:spPr/>
        <p:txBody>
          <a:bodyPr/>
          <a:lstStyle/>
          <a:p>
            <a:endParaRPr lang="en-US"/>
          </a:p>
        </p:txBody>
      </p:sp>
      <p:sp>
        <p:nvSpPr>
          <p:cNvPr id="20" name="Slide Number Placeholder 19">
            <a:extLst>
              <a:ext uri="{FF2B5EF4-FFF2-40B4-BE49-F238E27FC236}">
                <a16:creationId xmlns:a16="http://schemas.microsoft.com/office/drawing/2014/main" id="{8FA39EB6-444E-CBC6-AC9C-78183ED45C97}"/>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754879" y="3263808"/>
            <a:ext cx="6680363"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507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24BAA6-3631-B64B-B6F3-DEE7E050D639}"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217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E6B764-AD22-0F4B-BAE3-44995569C23A}"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4505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537853"/>
            <a:ext cx="4145582" cy="4638825"/>
          </a:xfrm>
        </p:spPr>
        <p:txBody>
          <a:bodyPr>
            <a:norm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BC7D8DF-7269-644C-8396-989AFC27656C}"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572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280160"/>
            <a:ext cx="4142232" cy="4940661"/>
          </a:xfrm>
        </p:spPr>
        <p:txBody>
          <a:bodyPr>
            <a:norm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FA94EE2-E508-0343-ABC3-FD891EA966EC}"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1280160"/>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50058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39"/>
            <a:ext cx="3494314" cy="5719639"/>
          </a:xfrm>
        </p:spPr>
        <p:txBody>
          <a:bodyPr>
            <a:norm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48640" y="6309360"/>
            <a:ext cx="1371600" cy="365760"/>
          </a:xfrm>
        </p:spPr>
        <p:txBody>
          <a:bodyPr/>
          <a:lstStyle/>
          <a:p>
            <a:fld id="{F81006CB-6D12-D648-BDFF-45946122B114}"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396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0" y="548640"/>
            <a:ext cx="6093225" cy="1143000"/>
          </a:xfrm>
        </p:spPr>
        <p:txBody>
          <a:bodyPr anchor="b">
            <a:normAutofit/>
          </a:bodyPr>
          <a:lstStyle>
            <a:lvl1pPr>
              <a:defRPr sz="4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1240" y="0"/>
            <a:ext cx="479388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486400"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0712BE5-0AFE-AA4B-DE38-618FA150F3A2}"/>
              </a:ext>
            </a:extLst>
          </p:cNvPr>
          <p:cNvSpPr>
            <a:spLocks noGrp="1"/>
          </p:cNvSpPr>
          <p:nvPr>
            <p:ph type="dt" sz="half" idx="15"/>
          </p:nvPr>
        </p:nvSpPr>
        <p:spPr>
          <a:xfrm>
            <a:off x="5486400" y="6309360"/>
            <a:ext cx="1371600" cy="365760"/>
          </a:xfrm>
        </p:spPr>
        <p:txBody>
          <a:bodyPr/>
          <a:lstStyle/>
          <a:p>
            <a:fld id="{FB67AB3A-5619-724F-B943-9D34281EA5B9}" type="datetime1">
              <a:rPr lang="en-US" smtClean="0"/>
              <a:t>4/24/2026</a:t>
            </a:fld>
            <a:endParaRPr lang="en-US"/>
          </a:p>
        </p:txBody>
      </p:sp>
      <p:sp>
        <p:nvSpPr>
          <p:cNvPr id="5" name="Footer Placeholder 4">
            <a:extLst>
              <a:ext uri="{FF2B5EF4-FFF2-40B4-BE49-F238E27FC236}">
                <a16:creationId xmlns:a16="http://schemas.microsoft.com/office/drawing/2014/main" id="{8C58B002-680C-F23C-355A-AA9E00F69C45}"/>
              </a:ext>
            </a:extLst>
          </p:cNvPr>
          <p:cNvSpPr>
            <a:spLocks noGrp="1"/>
          </p:cNvSpPr>
          <p:nvPr>
            <p:ph type="ftr" sz="quarter" idx="16"/>
          </p:nvPr>
        </p:nvSpPr>
        <p:spPr>
          <a:xfrm>
            <a:off x="8437249" y="6309360"/>
            <a:ext cx="2805405" cy="365125"/>
          </a:xfrm>
        </p:spPr>
        <p:txBody>
          <a:bodyPr/>
          <a:lstStyle/>
          <a:p>
            <a:endParaRPr lang="en-US"/>
          </a:p>
        </p:txBody>
      </p:sp>
      <p:sp>
        <p:nvSpPr>
          <p:cNvPr id="6" name="Slide Number Placeholder 5">
            <a:extLst>
              <a:ext uri="{FF2B5EF4-FFF2-40B4-BE49-F238E27FC236}">
                <a16:creationId xmlns:a16="http://schemas.microsoft.com/office/drawing/2014/main" id="{293BC7F1-E4AA-ACB1-F898-0F4CE95C3451}"/>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a:p>
        </p:txBody>
      </p:sp>
      <p:grpSp>
        <p:nvGrpSpPr>
          <p:cNvPr id="4" name="Group 3">
            <a:extLst>
              <a:ext uri="{FF2B5EF4-FFF2-40B4-BE49-F238E27FC236}">
                <a16:creationId xmlns:a16="http://schemas.microsoft.com/office/drawing/2014/main" id="{F2F8443E-8FB4-6D1A-1287-E54F5204B44D}"/>
              </a:ext>
            </a:extLst>
          </p:cNvPr>
          <p:cNvGrpSpPr/>
          <p:nvPr userDrawn="1"/>
        </p:nvGrpSpPr>
        <p:grpSpPr>
          <a:xfrm rot="5400000">
            <a:off x="1490425" y="3314697"/>
            <a:ext cx="6858000" cy="228600"/>
            <a:chOff x="1524" y="486404"/>
            <a:chExt cx="12190476" cy="230457"/>
          </a:xfrm>
        </p:grpSpPr>
        <p:cxnSp>
          <p:nvCxnSpPr>
            <p:cNvPr id="9" name="Straight Connector 8">
              <a:extLst>
                <a:ext uri="{FF2B5EF4-FFF2-40B4-BE49-F238E27FC236}">
                  <a16:creationId xmlns:a16="http://schemas.microsoft.com/office/drawing/2014/main" id="{46E5F11D-F220-9C5E-929C-BCA879502FBE}"/>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76AC546-8709-3993-FCDB-1B156D2088A4}"/>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27294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0F7A554-0191-84FD-FF13-1D08A9040FE3}"/>
              </a:ext>
            </a:extLst>
          </p:cNvPr>
          <p:cNvSpPr>
            <a:spLocks noGrp="1"/>
          </p:cNvSpPr>
          <p:nvPr>
            <p:ph type="dt" sz="half" idx="15"/>
          </p:nvPr>
        </p:nvSpPr>
        <p:spPr>
          <a:xfrm>
            <a:off x="479005" y="6309360"/>
            <a:ext cx="1371600" cy="365760"/>
          </a:xfrm>
        </p:spPr>
        <p:txBody>
          <a:bodyPr/>
          <a:lstStyle/>
          <a:p>
            <a:fld id="{2CB12418-D22D-2F49-B8DF-8F0D06316D0F}" type="datetime1">
              <a:rPr lang="en-US" smtClean="0"/>
              <a:t>4/24/2026</a:t>
            </a:fld>
            <a:endParaRPr lang="en-US"/>
          </a:p>
        </p:txBody>
      </p:sp>
      <p:sp>
        <p:nvSpPr>
          <p:cNvPr id="4" name="Footer Placeholder 3">
            <a:extLst>
              <a:ext uri="{FF2B5EF4-FFF2-40B4-BE49-F238E27FC236}">
                <a16:creationId xmlns:a16="http://schemas.microsoft.com/office/drawing/2014/main" id="{17A51982-58B0-FDD3-D68E-F1F52109DFBE}"/>
              </a:ext>
            </a:extLst>
          </p:cNvPr>
          <p:cNvSpPr>
            <a:spLocks noGrp="1"/>
          </p:cNvSpPr>
          <p:nvPr>
            <p:ph type="ftr" sz="quarter" idx="16"/>
          </p:nvPr>
        </p:nvSpPr>
        <p:spPr>
          <a:xfrm>
            <a:off x="3563424" y="6309360"/>
            <a:ext cx="2805405" cy="365125"/>
          </a:xfrm>
        </p:spPr>
        <p:txBody>
          <a:bodyPr/>
          <a:lstStyle/>
          <a:p>
            <a:endParaRPr lang="en-US"/>
          </a:p>
        </p:txBody>
      </p:sp>
      <p:sp>
        <p:nvSpPr>
          <p:cNvPr id="5" name="Slide Number Placeholder 4">
            <a:extLst>
              <a:ext uri="{FF2B5EF4-FFF2-40B4-BE49-F238E27FC236}">
                <a16:creationId xmlns:a16="http://schemas.microsoft.com/office/drawing/2014/main" id="{A1A87B63-4ABF-71A4-052E-E4A6E0B0D811}"/>
              </a:ext>
            </a:extLst>
          </p:cNvPr>
          <p:cNvSpPr>
            <a:spLocks noGrp="1"/>
          </p:cNvSpPr>
          <p:nvPr>
            <p:ph type="sldNum" sz="quarter" idx="17"/>
          </p:nvPr>
        </p:nvSpPr>
        <p:spPr>
          <a:xfrm>
            <a:off x="6319065" y="6309360"/>
            <a:ext cx="429207" cy="365125"/>
          </a:xfrm>
        </p:spPr>
        <p:txBody>
          <a:body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6" name="Group 5">
            <a:extLst>
              <a:ext uri="{FF2B5EF4-FFF2-40B4-BE49-F238E27FC236}">
                <a16:creationId xmlns:a16="http://schemas.microsoft.com/office/drawing/2014/main" id="{B8B5488C-5471-388E-2299-E36A52160AF1}"/>
              </a:ext>
            </a:extLst>
          </p:cNvPr>
          <p:cNvGrpSpPr/>
          <p:nvPr/>
        </p:nvGrpSpPr>
        <p:grpSpPr>
          <a:xfrm rot="5400000">
            <a:off x="3842029" y="3314697"/>
            <a:ext cx="6858000" cy="228600"/>
            <a:chOff x="1524" y="486404"/>
            <a:chExt cx="12190476" cy="230457"/>
          </a:xfrm>
        </p:grpSpPr>
        <p:cxnSp>
          <p:nvCxnSpPr>
            <p:cNvPr id="7" name="Straight Connector 6">
              <a:extLst>
                <a:ext uri="{FF2B5EF4-FFF2-40B4-BE49-F238E27FC236}">
                  <a16:creationId xmlns:a16="http://schemas.microsoft.com/office/drawing/2014/main" id="{46BE69B9-7459-DD8B-2663-BDBBDF27D6E7}"/>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92791D3-546A-F264-3A28-FA4F47254C78}"/>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2864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8C6A67-6118-FB57-C805-42FCFB3E2ECD}"/>
              </a:ext>
            </a:extLst>
          </p:cNvPr>
          <p:cNvSpPr>
            <a:spLocks noGrp="1"/>
          </p:cNvSpPr>
          <p:nvPr>
            <p:ph type="dt" sz="half" idx="15"/>
          </p:nvPr>
        </p:nvSpPr>
        <p:spPr>
          <a:xfrm>
            <a:off x="4663440" y="6309360"/>
            <a:ext cx="1371600" cy="365760"/>
          </a:xfrm>
        </p:spPr>
        <p:txBody>
          <a:bodyPr/>
          <a:lstStyle/>
          <a:p>
            <a:fld id="{F7B9797D-0A11-3F4C-A8F9-4C3CFB1C3467}" type="datetime1">
              <a:rPr lang="en-US" smtClean="0"/>
              <a:t>4/24/2026</a:t>
            </a:fld>
            <a:endParaRPr lang="en-US"/>
          </a:p>
        </p:txBody>
      </p:sp>
      <p:sp>
        <p:nvSpPr>
          <p:cNvPr id="6" name="Footer Placeholder 5">
            <a:extLst>
              <a:ext uri="{FF2B5EF4-FFF2-40B4-BE49-F238E27FC236}">
                <a16:creationId xmlns:a16="http://schemas.microsoft.com/office/drawing/2014/main" id="{1E78562C-62EF-4582-865E-F683CC0BA535}"/>
              </a:ext>
            </a:extLst>
          </p:cNvPr>
          <p:cNvSpPr>
            <a:spLocks noGrp="1"/>
          </p:cNvSpPr>
          <p:nvPr>
            <p:ph type="ftr" sz="quarter" idx="16"/>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2C60CD9-C1EA-17F0-7578-5F8A1A5909C6}"/>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a:p>
        </p:txBody>
      </p:sp>
      <p:grpSp>
        <p:nvGrpSpPr>
          <p:cNvPr id="3" name="Group 2">
            <a:extLst>
              <a:ext uri="{FF2B5EF4-FFF2-40B4-BE49-F238E27FC236}">
                <a16:creationId xmlns:a16="http://schemas.microsoft.com/office/drawing/2014/main" id="{A8AD7A6E-1B9B-D9DE-BD67-39C783071F20}"/>
              </a:ext>
            </a:extLst>
          </p:cNvPr>
          <p:cNvGrpSpPr/>
          <p:nvPr userDrawn="1"/>
        </p:nvGrpSpPr>
        <p:grpSpPr>
          <a:xfrm rot="5400000">
            <a:off x="726870" y="3314697"/>
            <a:ext cx="6858000" cy="228600"/>
            <a:chOff x="1524" y="486404"/>
            <a:chExt cx="12190476" cy="230457"/>
          </a:xfrm>
        </p:grpSpPr>
        <p:cxnSp>
          <p:nvCxnSpPr>
            <p:cNvPr id="4" name="Straight Connector 3">
              <a:extLst>
                <a:ext uri="{FF2B5EF4-FFF2-40B4-BE49-F238E27FC236}">
                  <a16:creationId xmlns:a16="http://schemas.microsoft.com/office/drawing/2014/main" id="{3EDD3F17-F32A-F401-6587-63C903B9266D}"/>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2FA86B-2AC9-7E00-D084-24EC59AAAE07}"/>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79065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66928" y="6309360"/>
            <a:ext cx="1371600" cy="365760"/>
          </a:xfrm>
        </p:spPr>
        <p:txBody>
          <a:bodyPr/>
          <a:lstStyle/>
          <a:p>
            <a:fld id="{67771A41-C848-E64D-A3E7-2C2268336902}" type="datetime1">
              <a:rPr lang="en-US" smtClean="0"/>
              <a:t>4/24/2026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309360"/>
            <a:ext cx="2805405" cy="365125"/>
          </a:xfr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0936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3" name="Group 2">
            <a:extLst>
              <a:ext uri="{FF2B5EF4-FFF2-40B4-BE49-F238E27FC236}">
                <a16:creationId xmlns:a16="http://schemas.microsoft.com/office/drawing/2014/main" id="{33294EF9-68D3-BBE1-CF71-EB49B1946043}"/>
              </a:ext>
            </a:extLst>
          </p:cNvPr>
          <p:cNvGrpSpPr/>
          <p:nvPr/>
        </p:nvGrpSpPr>
        <p:grpSpPr>
          <a:xfrm rot="5400000">
            <a:off x="4523955" y="3330195"/>
            <a:ext cx="6858000" cy="228600"/>
            <a:chOff x="1524" y="486404"/>
            <a:chExt cx="12190476" cy="230457"/>
          </a:xfrm>
        </p:grpSpPr>
        <p:cxnSp>
          <p:nvCxnSpPr>
            <p:cNvPr id="5" name="Straight Connector 4">
              <a:extLst>
                <a:ext uri="{FF2B5EF4-FFF2-40B4-BE49-F238E27FC236}">
                  <a16:creationId xmlns:a16="http://schemas.microsoft.com/office/drawing/2014/main" id="{B35BB65A-DA11-C51A-8125-2AB82548925E}"/>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C64F4CB-517C-D2E2-C7FE-130E00DFA93E}"/>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20579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C0D9A4B-419F-EFB0-1176-951278E45B7B}"/>
              </a:ext>
            </a:extLst>
          </p:cNvPr>
          <p:cNvSpPr>
            <a:spLocks noGrp="1"/>
          </p:cNvSpPr>
          <p:nvPr>
            <p:ph type="dt" sz="half" idx="15"/>
          </p:nvPr>
        </p:nvSpPr>
        <p:spPr>
          <a:xfrm>
            <a:off x="7223760" y="6309360"/>
            <a:ext cx="1371600" cy="365760"/>
          </a:xfrm>
        </p:spPr>
        <p:txBody>
          <a:bodyPr/>
          <a:lstStyle/>
          <a:p>
            <a:fld id="{63444354-EB0C-0749-879A-AC72746606D0}" type="datetime1">
              <a:rPr lang="en-US" smtClean="0"/>
              <a:t>4/24/2026</a:t>
            </a:fld>
            <a:endParaRPr lang="en-US"/>
          </a:p>
        </p:txBody>
      </p:sp>
      <p:sp>
        <p:nvSpPr>
          <p:cNvPr id="4" name="Footer Placeholder 3">
            <a:extLst>
              <a:ext uri="{FF2B5EF4-FFF2-40B4-BE49-F238E27FC236}">
                <a16:creationId xmlns:a16="http://schemas.microsoft.com/office/drawing/2014/main" id="{F48372A1-F80C-EE8E-3ED3-DEA07464D94A}"/>
              </a:ext>
            </a:extLst>
          </p:cNvPr>
          <p:cNvSpPr>
            <a:spLocks noGrp="1"/>
          </p:cNvSpPr>
          <p:nvPr>
            <p:ph type="ftr" sz="quarter" idx="16"/>
          </p:nvPr>
        </p:nvSpPr>
        <p:spPr>
          <a:xfrm>
            <a:off x="8437249"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23A0B9D2-7EB0-49D5-FB69-802CC1E602B5}"/>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a:p>
        </p:txBody>
      </p:sp>
      <p:grpSp>
        <p:nvGrpSpPr>
          <p:cNvPr id="5" name="Group 4">
            <a:extLst>
              <a:ext uri="{FF2B5EF4-FFF2-40B4-BE49-F238E27FC236}">
                <a16:creationId xmlns:a16="http://schemas.microsoft.com/office/drawing/2014/main" id="{EB6EDA9F-9F0C-F2B8-2DA9-6B5E53DF71A1}"/>
              </a:ext>
            </a:extLst>
          </p:cNvPr>
          <p:cNvGrpSpPr/>
          <p:nvPr userDrawn="1"/>
        </p:nvGrpSpPr>
        <p:grpSpPr>
          <a:xfrm rot="5400000">
            <a:off x="3315089" y="3314697"/>
            <a:ext cx="6858000" cy="228600"/>
            <a:chOff x="1524" y="486404"/>
            <a:chExt cx="12190476" cy="230457"/>
          </a:xfrm>
        </p:grpSpPr>
        <p:cxnSp>
          <p:nvCxnSpPr>
            <p:cNvPr id="6" name="Straight Connector 5">
              <a:extLst>
                <a:ext uri="{FF2B5EF4-FFF2-40B4-BE49-F238E27FC236}">
                  <a16:creationId xmlns:a16="http://schemas.microsoft.com/office/drawing/2014/main" id="{E54DF475-F587-D0F5-2E5F-1F7374565F21}"/>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672F99E-296C-67C4-EA39-A3890FF72962}"/>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50249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68D23E0-4409-7037-FE86-2F4FED37F548}"/>
              </a:ext>
            </a:extLst>
          </p:cNvPr>
          <p:cNvSpPr>
            <a:spLocks noGrp="1"/>
          </p:cNvSpPr>
          <p:nvPr>
            <p:ph type="dt" sz="half" idx="15"/>
          </p:nvPr>
        </p:nvSpPr>
        <p:spPr>
          <a:xfrm>
            <a:off x="566928" y="6309360"/>
            <a:ext cx="1371600" cy="365760"/>
          </a:xfrm>
        </p:spPr>
        <p:txBody>
          <a:bodyPr/>
          <a:lstStyle/>
          <a:p>
            <a:fld id="{ADFB106D-E2A4-BA42-83CB-236864574A5E}" type="datetime1">
              <a:rPr lang="en-US" smtClean="0"/>
              <a:t>4/24/2026</a:t>
            </a:fld>
            <a:endParaRPr lang="en-US"/>
          </a:p>
        </p:txBody>
      </p:sp>
      <p:sp>
        <p:nvSpPr>
          <p:cNvPr id="4" name="Footer Placeholder 3">
            <a:extLst>
              <a:ext uri="{FF2B5EF4-FFF2-40B4-BE49-F238E27FC236}">
                <a16:creationId xmlns:a16="http://schemas.microsoft.com/office/drawing/2014/main" id="{3F2FB02F-C7E2-E0E7-60F6-676CD156D12F}"/>
              </a:ext>
            </a:extLst>
          </p:cNvPr>
          <p:cNvSpPr>
            <a:spLocks noGrp="1"/>
          </p:cNvSpPr>
          <p:nvPr>
            <p:ph type="ftr" sz="quarter" idx="16"/>
          </p:nvPr>
        </p:nvSpPr>
        <p:spPr>
          <a:xfrm>
            <a:off x="1788790"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C52800A2-76CC-F9B8-3D85-3BEF8792A583}"/>
              </a:ext>
            </a:extLst>
          </p:cNvPr>
          <p:cNvSpPr>
            <a:spLocks noGrp="1"/>
          </p:cNvSpPr>
          <p:nvPr>
            <p:ph type="sldNum" sz="quarter" idx="17"/>
          </p:nvPr>
        </p:nvSpPr>
        <p:spPr>
          <a:xfrm>
            <a:off x="4544431" y="6309360"/>
            <a:ext cx="429207" cy="365125"/>
          </a:xfrm>
        </p:spPr>
        <p:txBody>
          <a:body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5" name="Group 4">
            <a:extLst>
              <a:ext uri="{FF2B5EF4-FFF2-40B4-BE49-F238E27FC236}">
                <a16:creationId xmlns:a16="http://schemas.microsoft.com/office/drawing/2014/main" id="{181D9632-278F-11B0-688D-20E8D15BB079}"/>
              </a:ext>
            </a:extLst>
          </p:cNvPr>
          <p:cNvGrpSpPr/>
          <p:nvPr userDrawn="1"/>
        </p:nvGrpSpPr>
        <p:grpSpPr>
          <a:xfrm rot="5400000">
            <a:off x="2183715" y="3314697"/>
            <a:ext cx="6858000" cy="228600"/>
            <a:chOff x="1524" y="486404"/>
            <a:chExt cx="12190476" cy="230457"/>
          </a:xfrm>
        </p:grpSpPr>
        <p:cxnSp>
          <p:nvCxnSpPr>
            <p:cNvPr id="6" name="Straight Connector 5">
              <a:extLst>
                <a:ext uri="{FF2B5EF4-FFF2-40B4-BE49-F238E27FC236}">
                  <a16:creationId xmlns:a16="http://schemas.microsoft.com/office/drawing/2014/main" id="{9BE1D6A8-C24F-52BA-1401-BD84AE6A3B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546028-8E84-0B13-7CEA-433419C2160A}"/>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74524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D11A105-C44D-52EF-FE59-79B2559A5102}"/>
              </a:ext>
            </a:extLst>
          </p:cNvPr>
          <p:cNvSpPr>
            <a:spLocks noGrp="1"/>
          </p:cNvSpPr>
          <p:nvPr>
            <p:ph type="dt" sz="half" idx="15"/>
          </p:nvPr>
        </p:nvSpPr>
        <p:spPr>
          <a:xfrm>
            <a:off x="7104888" y="6309360"/>
            <a:ext cx="1371600" cy="365760"/>
          </a:xfrm>
        </p:spPr>
        <p:txBody>
          <a:bodyPr/>
          <a:lstStyle/>
          <a:p>
            <a:fld id="{A0A3A3CB-42B5-F943-9B44-CE40D69043BF}" type="datetime1">
              <a:rPr lang="en-US" smtClean="0"/>
              <a:t>4/24/2026</a:t>
            </a:fld>
            <a:endParaRPr lang="en-US"/>
          </a:p>
        </p:txBody>
      </p:sp>
      <p:sp>
        <p:nvSpPr>
          <p:cNvPr id="4" name="Footer Placeholder 3">
            <a:extLst>
              <a:ext uri="{FF2B5EF4-FFF2-40B4-BE49-F238E27FC236}">
                <a16:creationId xmlns:a16="http://schemas.microsoft.com/office/drawing/2014/main" id="{FD65DDCD-2302-7DB0-065A-B9C0D6061635}"/>
              </a:ext>
            </a:extLst>
          </p:cNvPr>
          <p:cNvSpPr>
            <a:spLocks noGrp="1"/>
          </p:cNvSpPr>
          <p:nvPr>
            <p:ph type="ftr" sz="quarter" idx="16"/>
          </p:nvPr>
        </p:nvSpPr>
        <p:spPr>
          <a:xfrm>
            <a:off x="8437249"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6B14486D-3CD5-EFE8-605A-E494F417F5D4}"/>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a:p>
        </p:txBody>
      </p:sp>
      <p:grpSp>
        <p:nvGrpSpPr>
          <p:cNvPr id="5" name="Group 4">
            <a:extLst>
              <a:ext uri="{FF2B5EF4-FFF2-40B4-BE49-F238E27FC236}">
                <a16:creationId xmlns:a16="http://schemas.microsoft.com/office/drawing/2014/main" id="{8160FD1D-1C9C-1D7D-034D-752DEA37DE2F}"/>
              </a:ext>
            </a:extLst>
          </p:cNvPr>
          <p:cNvGrpSpPr/>
          <p:nvPr userDrawn="1"/>
        </p:nvGrpSpPr>
        <p:grpSpPr>
          <a:xfrm rot="5400000">
            <a:off x="3191101" y="3314697"/>
            <a:ext cx="6858000" cy="228600"/>
            <a:chOff x="1524" y="486404"/>
            <a:chExt cx="12190476" cy="230457"/>
          </a:xfrm>
        </p:grpSpPr>
        <p:cxnSp>
          <p:nvCxnSpPr>
            <p:cNvPr id="6" name="Straight Connector 5">
              <a:extLst>
                <a:ext uri="{FF2B5EF4-FFF2-40B4-BE49-F238E27FC236}">
                  <a16:creationId xmlns:a16="http://schemas.microsoft.com/office/drawing/2014/main" id="{41255FD7-7B06-617C-F2B1-84296408F9C6}"/>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74B771-A659-B0FC-BE3E-CCA7C7DAA8CE}"/>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4305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9444B0A-5375-2C8E-1855-C39FDCFE2AF2}"/>
              </a:ext>
            </a:extLst>
          </p:cNvPr>
          <p:cNvSpPr>
            <a:spLocks noGrp="1"/>
          </p:cNvSpPr>
          <p:nvPr>
            <p:ph type="dt" sz="half" idx="15"/>
          </p:nvPr>
        </p:nvSpPr>
        <p:spPr>
          <a:xfrm>
            <a:off x="566928" y="6309360"/>
            <a:ext cx="1371600" cy="365760"/>
          </a:xfrm>
        </p:spPr>
        <p:txBody>
          <a:bodyPr/>
          <a:lstStyle/>
          <a:p>
            <a:fld id="{FF9F10B6-86E2-C342-8351-96AAFAF25FE3}" type="datetime1">
              <a:rPr lang="en-US" smtClean="0"/>
              <a:t>4/24/2026</a:t>
            </a:fld>
            <a:endParaRPr lang="en-US"/>
          </a:p>
        </p:txBody>
      </p:sp>
      <p:sp>
        <p:nvSpPr>
          <p:cNvPr id="4" name="Footer Placeholder 3">
            <a:extLst>
              <a:ext uri="{FF2B5EF4-FFF2-40B4-BE49-F238E27FC236}">
                <a16:creationId xmlns:a16="http://schemas.microsoft.com/office/drawing/2014/main" id="{AF9E8B0B-9B3C-2EBF-8B1F-0383E15F4517}"/>
              </a:ext>
            </a:extLst>
          </p:cNvPr>
          <p:cNvSpPr>
            <a:spLocks noGrp="1"/>
          </p:cNvSpPr>
          <p:nvPr>
            <p:ph type="ftr" sz="quarter" idx="16"/>
          </p:nvPr>
        </p:nvSpPr>
        <p:spPr>
          <a:xfrm>
            <a:off x="1999800"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0B474BF6-552A-A16E-D27D-6F4180803ECA}"/>
              </a:ext>
            </a:extLst>
          </p:cNvPr>
          <p:cNvSpPr>
            <a:spLocks noGrp="1"/>
          </p:cNvSpPr>
          <p:nvPr>
            <p:ph type="sldNum" sz="quarter" idx="17"/>
          </p:nvPr>
        </p:nvSpPr>
        <p:spPr>
          <a:xfrm>
            <a:off x="4755441" y="6309360"/>
            <a:ext cx="429207" cy="365125"/>
          </a:xfrm>
        </p:spPr>
        <p:txBody>
          <a:body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5" name="Group 4">
            <a:extLst>
              <a:ext uri="{FF2B5EF4-FFF2-40B4-BE49-F238E27FC236}">
                <a16:creationId xmlns:a16="http://schemas.microsoft.com/office/drawing/2014/main" id="{34931DFC-97BE-BA1D-DF4B-117BE21CCE3A}"/>
              </a:ext>
            </a:extLst>
          </p:cNvPr>
          <p:cNvGrpSpPr/>
          <p:nvPr userDrawn="1"/>
        </p:nvGrpSpPr>
        <p:grpSpPr>
          <a:xfrm rot="5400000">
            <a:off x="2354194" y="3314697"/>
            <a:ext cx="6858000" cy="228600"/>
            <a:chOff x="1524" y="486404"/>
            <a:chExt cx="12190476" cy="230457"/>
          </a:xfrm>
        </p:grpSpPr>
        <p:cxnSp>
          <p:nvCxnSpPr>
            <p:cNvPr id="6" name="Straight Connector 5">
              <a:extLst>
                <a:ext uri="{FF2B5EF4-FFF2-40B4-BE49-F238E27FC236}">
                  <a16:creationId xmlns:a16="http://schemas.microsoft.com/office/drawing/2014/main" id="{032D29D2-0F65-815E-B69D-9AE195C8A6E2}"/>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EB07D8-B6B0-63D6-1B82-5440BC5E86FF}"/>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8430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6414E36-7594-545C-C743-651A7E90674A}"/>
              </a:ext>
            </a:extLst>
          </p:cNvPr>
          <p:cNvSpPr>
            <a:spLocks noGrp="1"/>
          </p:cNvSpPr>
          <p:nvPr>
            <p:ph type="dt" sz="half" idx="15"/>
          </p:nvPr>
        </p:nvSpPr>
        <p:spPr>
          <a:xfrm>
            <a:off x="8211312" y="6309360"/>
            <a:ext cx="1371600" cy="365760"/>
          </a:xfrm>
        </p:spPr>
        <p:txBody>
          <a:bodyPr/>
          <a:lstStyle/>
          <a:p>
            <a:fld id="{0D631071-5303-6A4D-961A-95A03CA52AB9}" type="datetime1">
              <a:rPr lang="en-US" smtClean="0"/>
              <a:t>4/24/2026</a:t>
            </a:fld>
            <a:endParaRPr lang="en-US"/>
          </a:p>
        </p:txBody>
      </p:sp>
      <p:sp>
        <p:nvSpPr>
          <p:cNvPr id="5" name="Footer Placeholder 4">
            <a:extLst>
              <a:ext uri="{FF2B5EF4-FFF2-40B4-BE49-F238E27FC236}">
                <a16:creationId xmlns:a16="http://schemas.microsoft.com/office/drawing/2014/main" id="{9ECC485E-E2B8-D77F-2FAD-EA82B01F131E}"/>
              </a:ext>
            </a:extLst>
          </p:cNvPr>
          <p:cNvSpPr>
            <a:spLocks noGrp="1"/>
          </p:cNvSpPr>
          <p:nvPr>
            <p:ph type="ftr" sz="quarter" idx="16"/>
          </p:nvPr>
        </p:nvSpPr>
        <p:spPr>
          <a:xfrm>
            <a:off x="9825487" y="6309360"/>
            <a:ext cx="1417167" cy="365125"/>
          </a:xfrm>
        </p:spPr>
        <p:txBody>
          <a:bodyPr/>
          <a:lstStyle/>
          <a:p>
            <a:endParaRPr lang="en-US"/>
          </a:p>
        </p:txBody>
      </p:sp>
      <p:sp>
        <p:nvSpPr>
          <p:cNvPr id="6" name="Slide Number Placeholder 5">
            <a:extLst>
              <a:ext uri="{FF2B5EF4-FFF2-40B4-BE49-F238E27FC236}">
                <a16:creationId xmlns:a16="http://schemas.microsoft.com/office/drawing/2014/main" id="{F5FB1F47-9876-D98C-50D8-3FBF16389968}"/>
              </a:ext>
            </a:extLst>
          </p:cNvPr>
          <p:cNvSpPr>
            <a:spLocks noGrp="1"/>
          </p:cNvSpPr>
          <p:nvPr>
            <p:ph type="sldNum" sz="quarter" idx="17"/>
          </p:nvPr>
        </p:nvSpPr>
        <p:spPr>
          <a:xfrm>
            <a:off x="11192890" y="6309360"/>
            <a:ext cx="429207" cy="365125"/>
          </a:xfrm>
        </p:spPr>
        <p:txBody>
          <a:bodyPr/>
          <a:lstStyle/>
          <a:p>
            <a:fld id="{CC057153-B650-4DEB-B370-79DDCFDCE934}" type="slidenum">
              <a:rPr lang="en-US" smtClean="0"/>
              <a:pPr/>
              <a:t>‹#›</a:t>
            </a:fld>
            <a:endParaRPr lang="en-US"/>
          </a:p>
        </p:txBody>
      </p:sp>
      <p:grpSp>
        <p:nvGrpSpPr>
          <p:cNvPr id="4" name="Group 3">
            <a:extLst>
              <a:ext uri="{FF2B5EF4-FFF2-40B4-BE49-F238E27FC236}">
                <a16:creationId xmlns:a16="http://schemas.microsoft.com/office/drawing/2014/main" id="{3038395A-A6A8-BCB1-3525-B2DB5574DB25}"/>
              </a:ext>
            </a:extLst>
          </p:cNvPr>
          <p:cNvGrpSpPr/>
          <p:nvPr userDrawn="1"/>
        </p:nvGrpSpPr>
        <p:grpSpPr>
          <a:xfrm rot="5400000">
            <a:off x="4282691" y="3314697"/>
            <a:ext cx="6858000" cy="228600"/>
            <a:chOff x="1524" y="486404"/>
            <a:chExt cx="12190476" cy="230457"/>
          </a:xfrm>
        </p:grpSpPr>
        <p:cxnSp>
          <p:nvCxnSpPr>
            <p:cNvPr id="9" name="Straight Connector 8">
              <a:extLst>
                <a:ext uri="{FF2B5EF4-FFF2-40B4-BE49-F238E27FC236}">
                  <a16:creationId xmlns:a16="http://schemas.microsoft.com/office/drawing/2014/main" id="{91CBCFB5-79E3-D32D-7553-DF61FB31DF9C}"/>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CC810B-FEDA-EE81-FE8A-157790BB1955}"/>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87439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DBD2EFA-F338-854A-39A5-0DE75A240C7B}"/>
              </a:ext>
            </a:extLst>
          </p:cNvPr>
          <p:cNvSpPr>
            <a:spLocks noGrp="1"/>
          </p:cNvSpPr>
          <p:nvPr>
            <p:ph type="dt" sz="half" idx="15"/>
          </p:nvPr>
        </p:nvSpPr>
        <p:spPr>
          <a:xfrm>
            <a:off x="566928" y="6309360"/>
            <a:ext cx="1371600" cy="365760"/>
          </a:xfrm>
        </p:spPr>
        <p:txBody>
          <a:bodyPr/>
          <a:lstStyle/>
          <a:p>
            <a:fld id="{75BC5750-3890-C849-A097-7836C504B378}" type="datetime1">
              <a:rPr lang="en-US" smtClean="0"/>
              <a:t>4/24/2026</a:t>
            </a:fld>
            <a:endParaRPr lang="en-US"/>
          </a:p>
        </p:txBody>
      </p:sp>
      <p:sp>
        <p:nvSpPr>
          <p:cNvPr id="4" name="Footer Placeholder 3">
            <a:extLst>
              <a:ext uri="{FF2B5EF4-FFF2-40B4-BE49-F238E27FC236}">
                <a16:creationId xmlns:a16="http://schemas.microsoft.com/office/drawing/2014/main" id="{1326A974-1D24-E76E-BB89-FCF2BB9C4CF1}"/>
              </a:ext>
            </a:extLst>
          </p:cNvPr>
          <p:cNvSpPr>
            <a:spLocks noGrp="1"/>
          </p:cNvSpPr>
          <p:nvPr>
            <p:ph type="ftr" sz="quarter" idx="16"/>
          </p:nvPr>
        </p:nvSpPr>
        <p:spPr>
          <a:xfrm>
            <a:off x="2263173" y="6309360"/>
            <a:ext cx="1371600" cy="365125"/>
          </a:xfrm>
        </p:spPr>
        <p:txBody>
          <a:bodyPr/>
          <a:lstStyle/>
          <a:p>
            <a:endParaRPr lang="en-US"/>
          </a:p>
        </p:txBody>
      </p:sp>
      <p:sp>
        <p:nvSpPr>
          <p:cNvPr id="9" name="Slide Number Placeholder 8">
            <a:extLst>
              <a:ext uri="{FF2B5EF4-FFF2-40B4-BE49-F238E27FC236}">
                <a16:creationId xmlns:a16="http://schemas.microsoft.com/office/drawing/2014/main" id="{2C8416FE-7E34-58E4-9D56-114F98FB0BB9}"/>
              </a:ext>
            </a:extLst>
          </p:cNvPr>
          <p:cNvSpPr>
            <a:spLocks noGrp="1"/>
          </p:cNvSpPr>
          <p:nvPr>
            <p:ph type="sldNum" sz="quarter" idx="17"/>
          </p:nvPr>
        </p:nvSpPr>
        <p:spPr>
          <a:xfrm>
            <a:off x="3585009" y="6309360"/>
            <a:ext cx="429207" cy="365125"/>
          </a:xfrm>
        </p:spPr>
        <p:txBody>
          <a:body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5" name="Group 4">
            <a:extLst>
              <a:ext uri="{FF2B5EF4-FFF2-40B4-BE49-F238E27FC236}">
                <a16:creationId xmlns:a16="http://schemas.microsoft.com/office/drawing/2014/main" id="{1A6C6367-A7F3-E06C-7C1A-0BC0654C5286}"/>
              </a:ext>
            </a:extLst>
          </p:cNvPr>
          <p:cNvGrpSpPr/>
          <p:nvPr userDrawn="1"/>
        </p:nvGrpSpPr>
        <p:grpSpPr>
          <a:xfrm rot="5400000">
            <a:off x="1191819" y="3314697"/>
            <a:ext cx="6858000" cy="228600"/>
            <a:chOff x="1524" y="486404"/>
            <a:chExt cx="12190476" cy="230457"/>
          </a:xfrm>
        </p:grpSpPr>
        <p:cxnSp>
          <p:nvCxnSpPr>
            <p:cNvPr id="6" name="Straight Connector 5">
              <a:extLst>
                <a:ext uri="{FF2B5EF4-FFF2-40B4-BE49-F238E27FC236}">
                  <a16:creationId xmlns:a16="http://schemas.microsoft.com/office/drawing/2014/main" id="{DF36C848-6667-C955-7DE1-69ED168EEEB7}"/>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346036-FCB7-EFB8-C4D8-2B8EC443A76C}"/>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5198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4" name="Footer Placeholder 3">
            <a:extLst>
              <a:ext uri="{FF2B5EF4-FFF2-40B4-BE49-F238E27FC236}">
                <a16:creationId xmlns:a16="http://schemas.microsoft.com/office/drawing/2014/main" id="{3A41DDC5-8FD0-5B7D-E616-216E1AB06B2C}"/>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1C5F966B-C615-BAC6-2082-446BFF922C81}"/>
              </a:ext>
            </a:extLst>
          </p:cNvPr>
          <p:cNvSpPr>
            <a:spLocks noGrp="1"/>
          </p:cNvSpPr>
          <p:nvPr>
            <p:ph type="sldNum" sz="quarter" idx="17"/>
          </p:nvPr>
        </p:nvSpPr>
        <p:spPr/>
        <p:txBody>
          <a:bodyPr/>
          <a:lstStyle/>
          <a:p>
            <a:fld id="{CC057153-B650-4DEB-B370-79DDCFDCE934}"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600"/>
            </a:lvl2pPr>
            <a:lvl3pPr marL="457200" indent="0">
              <a:buNone/>
              <a:defRPr sz="1600"/>
            </a:lvl3pPr>
            <a:lvl4pPr marL="685800" indent="0">
              <a:buNone/>
              <a:defRPr sz="1600"/>
            </a:lvl4pPr>
            <a:lvl5pPr marL="914400" indent="0">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2EDBEEF-1C91-68D1-CE48-418ABCEDC948}"/>
              </a:ext>
            </a:extLst>
          </p:cNvPr>
          <p:cNvSpPr>
            <a:spLocks noGrp="1"/>
          </p:cNvSpPr>
          <p:nvPr>
            <p:ph type="dt" sz="half" idx="15"/>
          </p:nvPr>
        </p:nvSpPr>
        <p:spPr>
          <a:xfrm>
            <a:off x="10245054" y="6309360"/>
            <a:ext cx="1371600" cy="365760"/>
          </a:xfrm>
        </p:spPr>
        <p:txBody>
          <a:bodyPr/>
          <a:lstStyle/>
          <a:p>
            <a:fld id="{0573F55D-F102-EB4C-8110-ACB83A574214}" type="datetime1">
              <a:rPr lang="en-US" smtClean="0"/>
              <a:t>4/24/2026</a:t>
            </a:fld>
            <a:endParaRPr lang="en-US"/>
          </a:p>
        </p:txBody>
      </p:sp>
      <p:grpSp>
        <p:nvGrpSpPr>
          <p:cNvPr id="5" name="Group 4">
            <a:extLst>
              <a:ext uri="{FF2B5EF4-FFF2-40B4-BE49-F238E27FC236}">
                <a16:creationId xmlns:a16="http://schemas.microsoft.com/office/drawing/2014/main" id="{44E11C5D-D71A-18E5-3526-29DDA766D6F8}"/>
              </a:ext>
            </a:extLst>
          </p:cNvPr>
          <p:cNvGrpSpPr/>
          <p:nvPr userDrawn="1"/>
        </p:nvGrpSpPr>
        <p:grpSpPr>
          <a:xfrm rot="5400000">
            <a:off x="4477460" y="3314697"/>
            <a:ext cx="6858000" cy="228600"/>
            <a:chOff x="1524" y="486404"/>
            <a:chExt cx="12190476" cy="230457"/>
          </a:xfrm>
        </p:grpSpPr>
        <p:cxnSp>
          <p:nvCxnSpPr>
            <p:cNvPr id="6" name="Straight Connector 5">
              <a:extLst>
                <a:ext uri="{FF2B5EF4-FFF2-40B4-BE49-F238E27FC236}">
                  <a16:creationId xmlns:a16="http://schemas.microsoft.com/office/drawing/2014/main" id="{6FF40670-01CC-8D65-0326-EC21C4B773F9}"/>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2C0E780-14F3-5C5E-5448-CFFC9EBBE16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743319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425353"/>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600"/>
            </a:lvl4pPr>
            <a:lvl5pPr marL="914400" indent="0">
              <a:buFont typeface="Arial" panose="020B0604020202020204" pitchFamily="34" charset="0"/>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7B61FA28-EB8E-6842-A6BE-E9D79E274AF5}"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grpSp>
        <p:nvGrpSpPr>
          <p:cNvPr id="3" name="Group 2">
            <a:extLst>
              <a:ext uri="{FF2B5EF4-FFF2-40B4-BE49-F238E27FC236}">
                <a16:creationId xmlns:a16="http://schemas.microsoft.com/office/drawing/2014/main" id="{F06FB652-32F7-CC0E-68CE-5F38D866A595}"/>
              </a:ext>
            </a:extLst>
          </p:cNvPr>
          <p:cNvGrpSpPr/>
          <p:nvPr/>
        </p:nvGrpSpPr>
        <p:grpSpPr>
          <a:xfrm>
            <a:off x="1524" y="4425359"/>
            <a:ext cx="12190476" cy="230457"/>
            <a:chOff x="1524" y="486404"/>
            <a:chExt cx="12190476" cy="230457"/>
          </a:xfrm>
        </p:grpSpPr>
        <p:cxnSp>
          <p:nvCxnSpPr>
            <p:cNvPr id="4" name="Straight Connector 3">
              <a:extLst>
                <a:ext uri="{FF2B5EF4-FFF2-40B4-BE49-F238E27FC236}">
                  <a16:creationId xmlns:a16="http://schemas.microsoft.com/office/drawing/2014/main" id="{1053F082-AD98-C5E7-4EC8-638F1C20A182}"/>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5365CD2-3B68-0FCB-4E75-1DA83FCCC0E7}"/>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42287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56873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4320" y="6309360"/>
            <a:ext cx="1371600" cy="365760"/>
          </a:xfrm>
        </p:spPr>
        <p:txBody>
          <a:bodyPr/>
          <a:lstStyle/>
          <a:p>
            <a:fld id="{B598246D-3750-4C49-B8B5-B7C47928A50D}"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grpSp>
        <p:nvGrpSpPr>
          <p:cNvPr id="3" name="Group 2">
            <a:extLst>
              <a:ext uri="{FF2B5EF4-FFF2-40B4-BE49-F238E27FC236}">
                <a16:creationId xmlns:a16="http://schemas.microsoft.com/office/drawing/2014/main" id="{B94904FC-9ED3-CB9C-8E66-CCD770A7CB70}"/>
              </a:ext>
            </a:extLst>
          </p:cNvPr>
          <p:cNvGrpSpPr/>
          <p:nvPr/>
        </p:nvGrpSpPr>
        <p:grpSpPr>
          <a:xfrm>
            <a:off x="1524" y="3568737"/>
            <a:ext cx="12190476" cy="230457"/>
            <a:chOff x="1524" y="486404"/>
            <a:chExt cx="12190476" cy="230457"/>
          </a:xfrm>
        </p:grpSpPr>
        <p:cxnSp>
          <p:nvCxnSpPr>
            <p:cNvPr id="4" name="Straight Connector 3">
              <a:extLst>
                <a:ext uri="{FF2B5EF4-FFF2-40B4-BE49-F238E27FC236}">
                  <a16:creationId xmlns:a16="http://schemas.microsoft.com/office/drawing/2014/main" id="{8EDF3AD1-1E09-BFF1-7171-710B6980D7C5}"/>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189BF8-6380-EFD8-0428-D30EF04BF109}"/>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1165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731520"/>
            <a:ext cx="2953618" cy="1892808"/>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2A61AA82-C169-BE38-29A6-B58CE0828F14}"/>
              </a:ext>
            </a:extLst>
          </p:cNvPr>
          <p:cNvSpPr>
            <a:spLocks noGrp="1"/>
          </p:cNvSpPr>
          <p:nvPr>
            <p:ph type="dt" sz="half" idx="15"/>
          </p:nvPr>
        </p:nvSpPr>
        <p:spPr/>
        <p:txBody>
          <a:bodyPr/>
          <a:lstStyle/>
          <a:p>
            <a:fld id="{D3CE3C4F-0F80-AC4E-AA58-72E64271713D}" type="datetime1">
              <a:rPr lang="en-US" smtClean="0"/>
              <a:t>4/24/2026</a:t>
            </a:fld>
            <a:endParaRPr lang="en-US"/>
          </a:p>
        </p:txBody>
      </p:sp>
      <p:sp>
        <p:nvSpPr>
          <p:cNvPr id="4" name="Footer Placeholder 3">
            <a:extLst>
              <a:ext uri="{FF2B5EF4-FFF2-40B4-BE49-F238E27FC236}">
                <a16:creationId xmlns:a16="http://schemas.microsoft.com/office/drawing/2014/main" id="{AFD8DE68-B20B-7DB9-181E-61F633A433FD}"/>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E47759C8-BEA2-2884-535E-DB5EFDF600C1}"/>
              </a:ext>
            </a:extLst>
          </p:cNvPr>
          <p:cNvSpPr>
            <a:spLocks noGrp="1"/>
          </p:cNvSpPr>
          <p:nvPr>
            <p:ph type="sldNum" sz="quarter" idx="17"/>
          </p:nvPr>
        </p:nvSpPr>
        <p:spPr/>
        <p:txBody>
          <a:bodyPr/>
          <a:lstStyle/>
          <a:p>
            <a:fld id="{CC057153-B650-4DEB-B370-79DDCFDCE934}"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731520"/>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293002"/>
            <a:ext cx="12192000" cy="356499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grpSp>
        <p:nvGrpSpPr>
          <p:cNvPr id="5" name="Group 4">
            <a:extLst>
              <a:ext uri="{FF2B5EF4-FFF2-40B4-BE49-F238E27FC236}">
                <a16:creationId xmlns:a16="http://schemas.microsoft.com/office/drawing/2014/main" id="{4D97EF48-BD94-5DFA-36B7-B8F67892EA8E}"/>
              </a:ext>
            </a:extLst>
          </p:cNvPr>
          <p:cNvGrpSpPr/>
          <p:nvPr userDrawn="1"/>
        </p:nvGrpSpPr>
        <p:grpSpPr>
          <a:xfrm>
            <a:off x="1524" y="3062546"/>
            <a:ext cx="12190476" cy="230457"/>
            <a:chOff x="1524" y="486404"/>
            <a:chExt cx="12190476" cy="230457"/>
          </a:xfrm>
        </p:grpSpPr>
        <p:cxnSp>
          <p:nvCxnSpPr>
            <p:cNvPr id="6" name="Straight Connector 5">
              <a:extLst>
                <a:ext uri="{FF2B5EF4-FFF2-40B4-BE49-F238E27FC236}">
                  <a16:creationId xmlns:a16="http://schemas.microsoft.com/office/drawing/2014/main" id="{441B9D92-A574-8565-DDB3-8F0EB9A1E694}"/>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5F9A2F5-E50A-C6D3-77FB-2D71755BFED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260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111500"/>
            <a:ext cx="10972802" cy="970463"/>
          </a:xfrm>
        </p:spPr>
        <p:txBody>
          <a:bodyPr anchor="ct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4C4AD5-8F1C-044F-83F2-1AB471B11726}"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419862"/>
            <a:ext cx="6262288" cy="3834634"/>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2116665"/>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5623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09360"/>
            <a:ext cx="1371600" cy="365760"/>
          </a:xfrm>
        </p:spPr>
        <p:txBody>
          <a:bodyPr/>
          <a:lstStyle/>
          <a:p>
            <a:fld id="{E61C2A3D-65D3-8945-A127-64FDB177BE9F}"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60134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029200" y="6309360"/>
            <a:ext cx="1371600" cy="365760"/>
          </a:xfrm>
        </p:spPr>
        <p:txBody>
          <a:bodyPr/>
          <a:lstStyle/>
          <a:p>
            <a:fld id="{E816DA63-B925-2449-B364-722E4572D80A}"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4299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4377969-578A-3044-99E3-8EA6F116B67F}"/>
              </a:ext>
            </a:extLst>
          </p:cNvPr>
          <p:cNvGrpSpPr/>
          <p:nvPr userDrawn="1"/>
        </p:nvGrpSpPr>
        <p:grpSpPr>
          <a:xfrm>
            <a:off x="1524" y="0"/>
            <a:ext cx="12190476" cy="6858000"/>
            <a:chOff x="1524" y="0"/>
            <a:chExt cx="12190476" cy="6858000"/>
          </a:xfrm>
        </p:grpSpPr>
        <p:cxnSp>
          <p:nvCxnSpPr>
            <p:cNvPr id="13" name="Straight Connector 12">
              <a:extLst>
                <a:ext uri="{FF2B5EF4-FFF2-40B4-BE49-F238E27FC236}">
                  <a16:creationId xmlns:a16="http://schemas.microsoft.com/office/drawing/2014/main" id="{F7AD1842-8379-12E0-533A-0EA98BFD181E}"/>
                </a:ext>
              </a:extLst>
            </p:cNvPr>
            <p:cNvCxnSpPr>
              <a:cxnSpLocks/>
            </p:cNvCxnSpPr>
            <p:nvPr/>
          </p:nvCxnSpPr>
          <p:spPr>
            <a:xfrm>
              <a:off x="3048" y="138605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2876C6E-D8A0-48C5-6CEA-CCB62001195B}"/>
                </a:ext>
              </a:extLst>
            </p:cNvPr>
            <p:cNvCxnSpPr>
              <a:cxnSpLocks/>
            </p:cNvCxnSpPr>
            <p:nvPr/>
          </p:nvCxnSpPr>
          <p:spPr>
            <a:xfrm>
              <a:off x="1524" y="161650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3B94D4-25D3-9D42-853F-7BA1819A9995}"/>
                </a:ext>
              </a:extLst>
            </p:cNvPr>
            <p:cNvCxnSpPr>
              <a:cxnSpLocks/>
            </p:cNvCxnSpPr>
            <p:nvPr/>
          </p:nvCxnSpPr>
          <p:spPr>
            <a:xfrm>
              <a:off x="8121159" y="5225545"/>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79F06DC-4DAD-401F-D80C-28C8AF513C85}"/>
                </a:ext>
              </a:extLst>
            </p:cNvPr>
            <p:cNvCxnSpPr>
              <a:cxnSpLocks/>
            </p:cNvCxnSpPr>
            <p:nvPr/>
          </p:nvCxnSpPr>
          <p:spPr>
            <a:xfrm>
              <a:off x="8120650" y="5456002"/>
              <a:ext cx="40708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CBF433-8664-25AC-9007-E9988DE6BC38}"/>
                </a:ext>
              </a:extLst>
            </p:cNvPr>
            <p:cNvCxnSpPr/>
            <p:nvPr/>
          </p:nvCxnSpPr>
          <p:spPr>
            <a:xfrm>
              <a:off x="8126357"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6344" y="1828800"/>
            <a:ext cx="6292533" cy="1527048"/>
          </a:xfrm>
        </p:spPr>
        <p:txBody>
          <a:bodyPr anchor="b">
            <a:normAutofit/>
          </a:bodyPr>
          <a:lstStyle>
            <a:lvl1pPr>
              <a:defRPr sz="4400"/>
            </a:lvl1pPr>
          </a:lstStyle>
          <a:p>
            <a:r>
              <a:rPr lang="en-US"/>
              <a:t>Click to edit Master title style</a:t>
            </a:r>
          </a:p>
        </p:txBody>
      </p:sp>
      <p:sp>
        <p:nvSpPr>
          <p:cNvPr id="5" name="Date Placeholder 4">
            <a:extLst>
              <a:ext uri="{FF2B5EF4-FFF2-40B4-BE49-F238E27FC236}">
                <a16:creationId xmlns:a16="http://schemas.microsoft.com/office/drawing/2014/main" id="{501E9478-EC4E-22FA-F9CC-D733F0B9370D}"/>
              </a:ext>
            </a:extLst>
          </p:cNvPr>
          <p:cNvSpPr>
            <a:spLocks noGrp="1"/>
          </p:cNvSpPr>
          <p:nvPr>
            <p:ph type="dt" sz="half" idx="15"/>
          </p:nvPr>
        </p:nvSpPr>
        <p:spPr/>
        <p:txBody>
          <a:bodyPr/>
          <a:lstStyle/>
          <a:p>
            <a:fld id="{C7F52567-8570-6C44-9BA2-689163175DC8}" type="datetime1">
              <a:rPr lang="en-US" smtClean="0"/>
              <a:t>4/24/2026</a:t>
            </a:fld>
            <a:endParaRPr lang="en-US"/>
          </a:p>
        </p:txBody>
      </p:sp>
      <p:sp>
        <p:nvSpPr>
          <p:cNvPr id="6" name="Footer Placeholder 5">
            <a:extLst>
              <a:ext uri="{FF2B5EF4-FFF2-40B4-BE49-F238E27FC236}">
                <a16:creationId xmlns:a16="http://schemas.microsoft.com/office/drawing/2014/main" id="{57510537-2782-FB58-9F28-3FD8CF8E9F62}"/>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D0AE5085-F9C6-78E4-7772-43209526D606}"/>
              </a:ext>
            </a:extLst>
          </p:cNvPr>
          <p:cNvSpPr>
            <a:spLocks noGrp="1"/>
          </p:cNvSpPr>
          <p:nvPr>
            <p:ph type="sldNum" sz="quarter" idx="17"/>
          </p:nvPr>
        </p:nvSpPr>
        <p:spPr/>
        <p:txBody>
          <a:bodyPr/>
          <a:lstStyle/>
          <a:p>
            <a:fld id="{CC057153-B650-4DEB-B370-79DDCFDCE934}"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4781" y="3474719"/>
            <a:ext cx="6383974"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p:nvPr>
        </p:nvSpPr>
        <p:spPr>
          <a:xfrm>
            <a:off x="8132064" y="1615439"/>
            <a:ext cx="4059936" cy="3606985"/>
          </a:xfrm>
          <a:blipFill dpi="0" rotWithShape="1">
            <a:blip r:embed="rId2" cstate="screen">
              <a:alphaModFix amt="60000"/>
              <a:extLst>
                <a:ext uri="{28A0092B-C50C-407E-A947-70E740481C1C}">
                  <a14:useLocalDpi xmlns:a14="http://schemas.microsoft.com/office/drawing/2010/main"/>
                </a:ext>
              </a:extLst>
            </a:blip>
            <a:srcRect/>
            <a:stretch>
              <a:fillRect t="30"/>
            </a:stretch>
          </a:blipFill>
        </p:spPr>
        <p:txBody>
          <a:bodyPr/>
          <a:lstStyle/>
          <a:p>
            <a:r>
              <a:rPr lang="en-US"/>
              <a:t>Click icon to add picture</a:t>
            </a:r>
          </a:p>
        </p:txBody>
      </p:sp>
    </p:spTree>
    <p:extLst>
      <p:ext uri="{BB962C8B-B14F-4D97-AF65-F5344CB8AC3E}">
        <p14:creationId xmlns:p14="http://schemas.microsoft.com/office/powerpoint/2010/main" val="17598435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A65721-D9B5-3BE2-6460-9C2878922040}"/>
              </a:ext>
            </a:extLst>
          </p:cNvPr>
          <p:cNvGrpSpPr/>
          <p:nvPr userDrawn="1"/>
        </p:nvGrpSpPr>
        <p:grpSpPr>
          <a:xfrm>
            <a:off x="1524" y="0"/>
            <a:ext cx="12190476" cy="4493520"/>
            <a:chOff x="1524" y="0"/>
            <a:chExt cx="12190476" cy="4493520"/>
          </a:xfrm>
        </p:grpSpPr>
        <p:cxnSp>
          <p:nvCxnSpPr>
            <p:cNvPr id="13" name="Straight Connector 12">
              <a:extLst>
                <a:ext uri="{FF2B5EF4-FFF2-40B4-BE49-F238E27FC236}">
                  <a16:creationId xmlns:a16="http://schemas.microsoft.com/office/drawing/2014/main" id="{A4E0B240-979E-FA1C-833D-9030AD31D1E9}"/>
                </a:ext>
              </a:extLst>
            </p:cNvPr>
            <p:cNvCxnSpPr>
              <a:cxnSpLocks/>
            </p:cNvCxnSpPr>
            <p:nvPr/>
          </p:nvCxnSpPr>
          <p:spPr>
            <a:xfrm>
              <a:off x="3048" y="4263063"/>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1FA7B-6DD0-5D50-12F1-C349D0BBCF88}"/>
                </a:ext>
              </a:extLst>
            </p:cNvPr>
            <p:cNvCxnSpPr>
              <a:cxnSpLocks/>
            </p:cNvCxnSpPr>
            <p:nvPr/>
          </p:nvCxnSpPr>
          <p:spPr>
            <a:xfrm>
              <a:off x="1524" y="4493520"/>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F28047-4BC7-8178-E223-C9CBB4659519}"/>
                </a:ext>
              </a:extLst>
            </p:cNvPr>
            <p:cNvCxnSpPr>
              <a:cxnSpLocks/>
            </p:cNvCxnSpPr>
            <p:nvPr/>
          </p:nvCxnSpPr>
          <p:spPr>
            <a:xfrm>
              <a:off x="4050792" y="0"/>
              <a:ext cx="0" cy="42568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18" y="591564"/>
            <a:ext cx="3158356" cy="3068913"/>
          </a:xfrm>
        </p:spPr>
        <p:txBody>
          <a:bodyPr anchor="ctr" anchorCtr="0">
            <a:noAutofit/>
          </a:bodyPr>
          <a:lstStyle>
            <a:lvl1pPr algn="ctr">
              <a:defRPr sz="4400"/>
            </a:lvl1pPr>
          </a:lstStyle>
          <a:p>
            <a:r>
              <a:rPr lang="en-US"/>
              <a:t>Click to edit Master title style</a:t>
            </a:r>
          </a:p>
        </p:txBody>
      </p:sp>
      <p:sp>
        <p:nvSpPr>
          <p:cNvPr id="4" name="Date Placeholder 3">
            <a:extLst>
              <a:ext uri="{FF2B5EF4-FFF2-40B4-BE49-F238E27FC236}">
                <a16:creationId xmlns:a16="http://schemas.microsoft.com/office/drawing/2014/main" id="{AD96CDC3-30E5-67DB-5587-FFD6AF5A9583}"/>
              </a:ext>
            </a:extLst>
          </p:cNvPr>
          <p:cNvSpPr>
            <a:spLocks noGrp="1"/>
          </p:cNvSpPr>
          <p:nvPr>
            <p:ph type="dt" sz="half" idx="15"/>
          </p:nvPr>
        </p:nvSpPr>
        <p:spPr/>
        <p:txBody>
          <a:bodyPr/>
          <a:lstStyle/>
          <a:p>
            <a:fld id="{D16B9168-F6EC-AA44-B1F6-76306FA4BF2D}" type="datetime1">
              <a:rPr lang="en-US" smtClean="0"/>
              <a:t>4/24/2026</a:t>
            </a:fld>
            <a:endParaRPr lang="en-US"/>
          </a:p>
        </p:txBody>
      </p:sp>
      <p:sp>
        <p:nvSpPr>
          <p:cNvPr id="5" name="Footer Placeholder 4">
            <a:extLst>
              <a:ext uri="{FF2B5EF4-FFF2-40B4-BE49-F238E27FC236}">
                <a16:creationId xmlns:a16="http://schemas.microsoft.com/office/drawing/2014/main" id="{C5701A79-864C-0860-E407-A07E073A2F2B}"/>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72EF9F37-1A63-6296-7E1D-5BDA41CB10B5}"/>
              </a:ext>
            </a:extLst>
          </p:cNvPr>
          <p:cNvSpPr>
            <a:spLocks noGrp="1"/>
          </p:cNvSpPr>
          <p:nvPr>
            <p:ph type="sldNum" sz="quarter" idx="17"/>
          </p:nvPr>
        </p:nvSpPr>
        <p:spPr/>
        <p:txBody>
          <a:bodyPr/>
          <a:lstStyle/>
          <a:p>
            <a:fld id="{CC057153-B650-4DEB-B370-79DDCFDCE934}"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50391" y="591563"/>
            <a:ext cx="6742010" cy="3068905"/>
          </a:xfrm>
        </p:spPr>
        <p:txBody>
          <a:bodyPr anchor="ctr" anchorCtr="0">
            <a:norm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4504544"/>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Tree>
    <p:extLst>
      <p:ext uri="{BB962C8B-B14F-4D97-AF65-F5344CB8AC3E}">
        <p14:creationId xmlns:p14="http://schemas.microsoft.com/office/powerpoint/2010/main" val="20364908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22049" y="5628925"/>
            <a:ext cx="10826495" cy="910416"/>
          </a:xfrm>
        </p:spPr>
        <p:txBody>
          <a:bodyPr>
            <a:normAutofit/>
          </a:bodyPr>
          <a:lstStyle>
            <a:lvl1pPr>
              <a:lnSpc>
                <a:spcPct val="120000"/>
              </a:lnSpc>
              <a:defRPr sz="2800" b="0">
                <a:solidFill>
                  <a:schemeClr val="tx1"/>
                </a:solidFill>
                <a:latin typeface="+mn-lt"/>
              </a:defRPr>
            </a:lvl1pPr>
          </a:lstStyle>
          <a:p>
            <a:r>
              <a:rPr lang="en-US"/>
              <a:t>Click to edit Master title style</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208" y="182880"/>
            <a:ext cx="429207" cy="365125"/>
          </a:xfrm>
        </p:spPr>
        <p:txBody>
          <a:bodyPr/>
          <a:lstStyle>
            <a:lvl1pPr algn="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408" y="182880"/>
            <a:ext cx="2805405" cy="365125"/>
          </a:xfrm>
        </p:spPr>
        <p:txBody>
          <a:bodyPr/>
          <a:lstStyle>
            <a:lvl1pPr algn="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23E50FD4-EFCB-974E-B2DD-5523215BAC65}" type="datetime1">
              <a:rPr lang="en-US" smtClean="0"/>
              <a:t>4/24/2026</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23917" y="1280791"/>
            <a:ext cx="10826496" cy="4334256"/>
          </a:xfrm>
        </p:spPr>
        <p:txBody>
          <a:bodyPr anchor="b">
            <a:normAutofit/>
          </a:bodyPr>
          <a:lstStyle>
            <a:lvl1pPr marL="0" indent="0">
              <a:lnSpc>
                <a:spcPct val="90000"/>
              </a:lnSpc>
              <a:spcBef>
                <a:spcPts val="0"/>
              </a:spcBef>
              <a:buNone/>
              <a:defRPr sz="21500" b="0">
                <a:solidFill>
                  <a:schemeClr val="tx1"/>
                </a:solidFill>
                <a:latin typeface="+mj-lt"/>
              </a:defRPr>
            </a:lvl1pPr>
          </a:lstStyle>
          <a:p>
            <a:pPr lvl="0"/>
            <a:r>
              <a:rPr lang="en-US"/>
              <a:t>##%</a:t>
            </a:r>
          </a:p>
        </p:txBody>
      </p:sp>
      <p:grpSp>
        <p:nvGrpSpPr>
          <p:cNvPr id="6" name="Group 5">
            <a:extLst>
              <a:ext uri="{FF2B5EF4-FFF2-40B4-BE49-F238E27FC236}">
                <a16:creationId xmlns:a16="http://schemas.microsoft.com/office/drawing/2014/main" id="{815C73EA-68F7-286D-7C59-C6A4A90C3636}"/>
              </a:ext>
            </a:extLst>
          </p:cNvPr>
          <p:cNvGrpSpPr/>
          <p:nvPr userDrawn="1"/>
        </p:nvGrpSpPr>
        <p:grpSpPr>
          <a:xfrm>
            <a:off x="1524" y="1362456"/>
            <a:ext cx="12190476" cy="230457"/>
            <a:chOff x="1524" y="486404"/>
            <a:chExt cx="12190476" cy="230457"/>
          </a:xfrm>
        </p:grpSpPr>
        <p:cxnSp>
          <p:nvCxnSpPr>
            <p:cNvPr id="8" name="Straight Connector 7">
              <a:extLst>
                <a:ext uri="{FF2B5EF4-FFF2-40B4-BE49-F238E27FC236}">
                  <a16:creationId xmlns:a16="http://schemas.microsoft.com/office/drawing/2014/main" id="{942D11FF-C277-62FB-F980-145F901A2E4F}"/>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A5D67-2BA6-BB7C-9CF6-04747139635D}"/>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13481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230368"/>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6" name="Date Placeholder 5">
            <a:extLst>
              <a:ext uri="{FF2B5EF4-FFF2-40B4-BE49-F238E27FC236}">
                <a16:creationId xmlns:a16="http://schemas.microsoft.com/office/drawing/2014/main" id="{817BBDC7-963A-E3DB-D9D5-DD9AAD4FEE72}"/>
              </a:ext>
            </a:extLst>
          </p:cNvPr>
          <p:cNvSpPr>
            <a:spLocks noGrp="1"/>
          </p:cNvSpPr>
          <p:nvPr>
            <p:ph type="dt" sz="half" idx="14"/>
          </p:nvPr>
        </p:nvSpPr>
        <p:spPr/>
        <p:txBody>
          <a:bodyPr/>
          <a:lstStyle/>
          <a:p>
            <a:fld id="{D16B9168-F6EC-AA44-B1F6-76306FA4BF2D}" type="datetime1">
              <a:rPr lang="en-US" smtClean="0"/>
              <a:t>4/24/2026</a:t>
            </a:fld>
            <a:endParaRPr lang="en-US"/>
          </a:p>
        </p:txBody>
      </p:sp>
      <p:sp>
        <p:nvSpPr>
          <p:cNvPr id="8" name="Footer Placeholder 7">
            <a:extLst>
              <a:ext uri="{FF2B5EF4-FFF2-40B4-BE49-F238E27FC236}">
                <a16:creationId xmlns:a16="http://schemas.microsoft.com/office/drawing/2014/main" id="{011C7C81-7664-8BC0-13CA-172BEB1B3BCB}"/>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91E20763-4AEF-109E-06F3-5B039E246CEC}"/>
              </a:ext>
            </a:extLst>
          </p:cNvPr>
          <p:cNvSpPr>
            <a:spLocks noGrp="1"/>
          </p:cNvSpPr>
          <p:nvPr>
            <p:ph type="sldNum" sz="quarter" idx="16"/>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170431"/>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a:t>##%</a:t>
            </a:r>
          </a:p>
        </p:txBody>
      </p:sp>
      <p:grpSp>
        <p:nvGrpSpPr>
          <p:cNvPr id="3" name="Group 2">
            <a:extLst>
              <a:ext uri="{FF2B5EF4-FFF2-40B4-BE49-F238E27FC236}">
                <a16:creationId xmlns:a16="http://schemas.microsoft.com/office/drawing/2014/main" id="{50EDBF81-A305-1402-C591-AC058BD1AE14}"/>
              </a:ext>
            </a:extLst>
          </p:cNvPr>
          <p:cNvGrpSpPr/>
          <p:nvPr userDrawn="1"/>
        </p:nvGrpSpPr>
        <p:grpSpPr>
          <a:xfrm>
            <a:off x="1524" y="1366605"/>
            <a:ext cx="12190476" cy="230457"/>
            <a:chOff x="1524" y="486404"/>
            <a:chExt cx="12190476" cy="230457"/>
          </a:xfrm>
        </p:grpSpPr>
        <p:cxnSp>
          <p:nvCxnSpPr>
            <p:cNvPr id="4" name="Straight Connector 3">
              <a:extLst>
                <a:ext uri="{FF2B5EF4-FFF2-40B4-BE49-F238E27FC236}">
                  <a16:creationId xmlns:a16="http://schemas.microsoft.com/office/drawing/2014/main" id="{7FE7AA46-A342-1022-0FD8-CCBDA033E143}"/>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FD7B6E8-8257-7D9D-2D13-878FFFB520C3}"/>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773414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D55EE59-B66F-A6D5-8C8B-14BA21E0965C}"/>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3931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6236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BC16B7-26F5-AE8A-69C4-B52E9D1E16D0}"/>
                </a:ext>
              </a:extLst>
            </p:cNvPr>
            <p:cNvCxnSpPr/>
            <p:nvPr/>
          </p:nvCxnSpPr>
          <p:spPr>
            <a:xfrm>
              <a:off x="4058138"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585716" y="3697602"/>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66928" y="1313925"/>
            <a:ext cx="1371600" cy="365760"/>
          </a:xfrm>
        </p:spPr>
        <p:txBody>
          <a:bodyPr/>
          <a:lstStyle/>
          <a:p>
            <a:fld id="{1595A37D-65ED-114E-8FC3-F225419ED192}" type="datetime1">
              <a:rPr lang="en-US" smtClean="0"/>
              <a:t>4/24/2026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66928" y="6309360"/>
            <a:ext cx="429207" cy="365125"/>
          </a:xfrm>
        </p:spPr>
        <p:txBody>
          <a:bodyPr/>
          <a:lstStyle/>
          <a:p>
            <a:pPr algn="l"/>
            <a:fld id="{CC057153-B650-4DEB-B370-79DDCFDCE934}" type="slidenum">
              <a:rPr lang="en-US" smtClean="0"/>
              <a:pPr algn="l"/>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024130" y="6309360"/>
            <a:ext cx="2805405" cy="365125"/>
          </a:xfrm>
        </p:spPr>
        <p:txBody>
          <a:bodyPr/>
          <a:lstStyle>
            <a:lvl1pPr algn="l">
              <a:defRPr/>
            </a:lvl1pPr>
          </a:lstStyle>
          <a:p>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585716" y="735414"/>
            <a:ext cx="7603234" cy="3074657"/>
          </a:xfrm>
        </p:spPr>
        <p:txBody>
          <a:bodyPr anchor="b">
            <a:normAutofit/>
          </a:bodyPr>
          <a:lstStyle>
            <a:lvl1pPr marL="0" indent="0" algn="l">
              <a:lnSpc>
                <a:spcPct val="90000"/>
              </a:lnSpc>
              <a:buNone/>
              <a:defRPr sz="18800" b="0">
                <a:solidFill>
                  <a:schemeClr val="tx1"/>
                </a:solidFill>
                <a:latin typeface="+mj-lt"/>
              </a:defRPr>
            </a:lvl1pPr>
          </a:lstStyle>
          <a:p>
            <a:pPr lvl="0"/>
            <a:r>
              <a:rPr lang="en-US"/>
              <a:t>##%</a:t>
            </a:r>
          </a:p>
        </p:txBody>
      </p:sp>
    </p:spTree>
    <p:extLst>
      <p:ext uri="{BB962C8B-B14F-4D97-AF65-F5344CB8AC3E}">
        <p14:creationId xmlns:p14="http://schemas.microsoft.com/office/powerpoint/2010/main" val="651371444"/>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362A7CE-13AD-5FEE-FA58-0D3441B3B327}"/>
              </a:ext>
            </a:extLst>
          </p:cNvPr>
          <p:cNvGrpSpPr/>
          <p:nvPr userDrawn="1"/>
        </p:nvGrpSpPr>
        <p:grpSpPr>
          <a:xfrm>
            <a:off x="1524" y="0"/>
            <a:ext cx="12190476" cy="6858000"/>
            <a:chOff x="1524" y="0"/>
            <a:chExt cx="12190476" cy="6858000"/>
          </a:xfrm>
        </p:grpSpPr>
        <p:cxnSp>
          <p:nvCxnSpPr>
            <p:cNvPr id="9" name="Straight Connector 8">
              <a:extLst>
                <a:ext uri="{FF2B5EF4-FFF2-40B4-BE49-F238E27FC236}">
                  <a16:creationId xmlns:a16="http://schemas.microsoft.com/office/drawing/2014/main" id="{162E504F-D4B4-B0EC-FDA1-3A423D47B247}"/>
                </a:ext>
              </a:extLst>
            </p:cNvPr>
            <p:cNvCxnSpPr>
              <a:cxnSpLocks/>
            </p:cNvCxnSpPr>
            <p:nvPr/>
          </p:nvCxnSpPr>
          <p:spPr>
            <a:xfrm>
              <a:off x="3048" y="504958"/>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659CB4-7093-3A08-C99D-6C99354EF45D}"/>
                </a:ext>
              </a:extLst>
            </p:cNvPr>
            <p:cNvCxnSpPr>
              <a:cxnSpLocks/>
            </p:cNvCxnSpPr>
            <p:nvPr/>
          </p:nvCxnSpPr>
          <p:spPr>
            <a:xfrm>
              <a:off x="1524" y="73541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31EB0A0-A7CC-8504-4177-65CD804A8448}"/>
                </a:ext>
              </a:extLst>
            </p:cNvPr>
            <p:cNvCxnSpPr/>
            <p:nvPr/>
          </p:nvCxnSpPr>
          <p:spPr>
            <a:xfrm>
              <a:off x="8107629" y="0"/>
              <a:ext cx="0" cy="6858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68883" y="4122144"/>
            <a:ext cx="7525512" cy="1545336"/>
          </a:xfrm>
        </p:spPr>
        <p:txBody>
          <a:bodyPr>
            <a:normAutofit/>
          </a:bodyPr>
          <a:lstStyle>
            <a:lvl1pPr algn="l">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68883" y="28374"/>
            <a:ext cx="10543032" cy="4206240"/>
          </a:xfrm>
        </p:spPr>
        <p:txBody>
          <a:bodyPr anchor="b">
            <a:normAutofit/>
          </a:bodyPr>
          <a:lstStyle>
            <a:lvl1pPr marL="0" indent="0" algn="l">
              <a:lnSpc>
                <a:spcPct val="90000"/>
              </a:lnSpc>
              <a:buNone/>
              <a:defRPr sz="188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584271" y="1313925"/>
            <a:ext cx="1371600" cy="365760"/>
          </a:xfrm>
        </p:spPr>
        <p:txBody>
          <a:bodyPr/>
          <a:lstStyle/>
          <a:p>
            <a:fld id="{93B8BCF5-A830-B246-A761-733CD2DDC555}" type="datetime1">
              <a:rPr lang="en-US" smtClean="0"/>
              <a:t>4/24/2026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584271" y="6309360"/>
            <a:ext cx="429207" cy="365125"/>
          </a:xfrm>
        </p:spPr>
        <p:txBody>
          <a:bodyPr/>
          <a:lstStyle/>
          <a:p>
            <a:pPr algn="l"/>
            <a:fld id="{CC057153-B650-4DEB-B370-79DDCFDCE934}" type="slidenum">
              <a:rPr lang="en-US" smtClean="0"/>
              <a:pPr algn="l"/>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041473" y="6309360"/>
            <a:ext cx="2805405" cy="365125"/>
          </a:xfrm>
        </p:spPr>
        <p:txBody>
          <a:bodyPr/>
          <a:lstStyle>
            <a:lvl1pPr algn="l">
              <a:defRPr/>
            </a:lvl1pPr>
          </a:lstStyle>
          <a:p>
            <a:endParaRPr lang="en-US"/>
          </a:p>
        </p:txBody>
      </p:sp>
    </p:spTree>
    <p:extLst>
      <p:ext uri="{BB962C8B-B14F-4D97-AF65-F5344CB8AC3E}">
        <p14:creationId xmlns:p14="http://schemas.microsoft.com/office/powerpoint/2010/main" val="291190863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E823EC-8489-32EA-5F8D-8414E009B5BD}"/>
              </a:ext>
            </a:extLst>
          </p:cNvPr>
          <p:cNvGrpSpPr/>
          <p:nvPr userDrawn="1"/>
        </p:nvGrpSpPr>
        <p:grpSpPr>
          <a:xfrm>
            <a:off x="762" y="-1"/>
            <a:ext cx="12191238" cy="6858001"/>
            <a:chOff x="762" y="-1"/>
            <a:chExt cx="12191238" cy="6858001"/>
          </a:xfrm>
        </p:grpSpPr>
        <p:cxnSp>
          <p:nvCxnSpPr>
            <p:cNvPr id="13" name="Straight Connector 12">
              <a:extLst>
                <a:ext uri="{FF2B5EF4-FFF2-40B4-BE49-F238E27FC236}">
                  <a16:creationId xmlns:a16="http://schemas.microsoft.com/office/drawing/2014/main" id="{E24CBB51-9ABE-113B-6E8C-AD0CDD7F31AE}"/>
                </a:ext>
              </a:extLst>
            </p:cNvPr>
            <p:cNvCxnSpPr>
              <a:cxnSpLocks/>
            </p:cNvCxnSpPr>
            <p:nvPr/>
          </p:nvCxnSpPr>
          <p:spPr>
            <a:xfrm>
              <a:off x="2286" y="5789709"/>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4689A19-D78D-952D-102D-0F52A3D8B5E4}"/>
                </a:ext>
              </a:extLst>
            </p:cNvPr>
            <p:cNvCxnSpPr>
              <a:cxnSpLocks/>
            </p:cNvCxnSpPr>
            <p:nvPr/>
          </p:nvCxnSpPr>
          <p:spPr>
            <a:xfrm>
              <a:off x="762" y="6020166"/>
              <a:ext cx="1218895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1C9DBFA-8B2B-A34F-4E08-4CF748F83A85}"/>
                </a:ext>
              </a:extLst>
            </p:cNvPr>
            <p:cNvCxnSpPr>
              <a:cxnSpLocks/>
            </p:cNvCxnSpPr>
            <p:nvPr userDrawn="1"/>
          </p:nvCxnSpPr>
          <p:spPr>
            <a:xfrm>
              <a:off x="3048" y="204975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1A5455-1C4E-10D5-1402-FDCB1F1FB789}"/>
                </a:ext>
              </a:extLst>
            </p:cNvPr>
            <p:cNvCxnSpPr>
              <a:cxnSpLocks/>
            </p:cNvCxnSpPr>
            <p:nvPr userDrawn="1"/>
          </p:nvCxnSpPr>
          <p:spPr>
            <a:xfrm>
              <a:off x="1524" y="228021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047B84F-8610-F6F6-F74D-B1627389377D}"/>
                </a:ext>
              </a:extLst>
            </p:cNvPr>
            <p:cNvCxnSpPr/>
            <p:nvPr/>
          </p:nvCxnSpPr>
          <p:spPr>
            <a:xfrm>
              <a:off x="406255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731364" y="2910341"/>
            <a:ext cx="6890703" cy="2271985"/>
          </a:xfrm>
        </p:spPr>
        <p:txBody>
          <a:bodyPr anchor="ctr" anchorCtr="0">
            <a:normAutofit/>
          </a:bodyPr>
          <a:lstStyle>
            <a:lvl1pPr>
              <a:lnSpc>
                <a:spcPct val="120000"/>
              </a:lnSpc>
              <a:defRPr sz="2800" b="0">
                <a:solidFill>
                  <a:schemeClr val="tx1"/>
                </a:solidFill>
                <a:latin typeface="+mn-lt"/>
              </a:defRPr>
            </a:lvl1pPr>
          </a:lstStyle>
          <a:p>
            <a:r>
              <a:rPr lang="en-US"/>
              <a:t>Click to edit Master title style</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21742" y="182880"/>
            <a:ext cx="429207" cy="365125"/>
          </a:xfrm>
        </p:spPr>
        <p:txBody>
          <a:bodyPr/>
          <a:lstStyle>
            <a:lvl1pPr algn="l">
              <a:defRPr/>
            </a:lvl1pPr>
          </a:lstStyle>
          <a:p>
            <a:fld id="{CC057153-B650-4DEB-B370-79DDCFDCE934}"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978942" y="182880"/>
            <a:ext cx="2805405" cy="365125"/>
          </a:xfrm>
        </p:spPr>
        <p:txBody>
          <a:bodyPr/>
          <a:lstStyle>
            <a:lvl1pPr algn="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0241280" y="182880"/>
            <a:ext cx="1371600" cy="365760"/>
          </a:xfrm>
        </p:spPr>
        <p:txBody>
          <a:bodyPr/>
          <a:lstStyle/>
          <a:p>
            <a:fld id="{D9E2AEEA-8DAA-A54C-8566-EFF7C409754A}" type="datetime1">
              <a:rPr lang="en-US" smtClean="0"/>
              <a:t>4/24/2026</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14902" y="2910341"/>
            <a:ext cx="2878830" cy="2271992"/>
          </a:xfrm>
        </p:spPr>
        <p:txBody>
          <a:bodyPr anchor="ctr" anchorCtr="0">
            <a:normAutofit/>
          </a:bodyPr>
          <a:lstStyle>
            <a:lvl1pPr marL="0" indent="0" algn="ctr">
              <a:lnSpc>
                <a:spcPct val="90000"/>
              </a:lnSpc>
              <a:spcBef>
                <a:spcPts val="0"/>
              </a:spcBef>
              <a:buNone/>
              <a:defRPr sz="10500" b="0">
                <a:solidFill>
                  <a:schemeClr val="tx1"/>
                </a:solidFill>
                <a:latin typeface="+mj-lt"/>
              </a:defRPr>
            </a:lvl1pPr>
          </a:lstStyle>
          <a:p>
            <a:pPr lvl="0"/>
            <a:r>
              <a:rPr lang="en-US"/>
              <a:t>##%</a:t>
            </a:r>
          </a:p>
        </p:txBody>
      </p:sp>
    </p:spTree>
    <p:extLst>
      <p:ext uri="{BB962C8B-B14F-4D97-AF65-F5344CB8AC3E}">
        <p14:creationId xmlns:p14="http://schemas.microsoft.com/office/powerpoint/2010/main" val="24549129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84AE9A-E1FE-B260-0209-F7A4BCE2ECD5}"/>
              </a:ext>
            </a:extLst>
          </p:cNvPr>
          <p:cNvGrpSpPr/>
          <p:nvPr userDrawn="1"/>
        </p:nvGrpSpPr>
        <p:grpSpPr>
          <a:xfrm>
            <a:off x="-20977" y="486404"/>
            <a:ext cx="12212977" cy="5885192"/>
            <a:chOff x="-20977" y="486404"/>
            <a:chExt cx="12212977" cy="5885192"/>
          </a:xfrm>
        </p:grpSpPr>
        <p:cxnSp>
          <p:nvCxnSpPr>
            <p:cNvPr id="8" name="Straight Connector 7">
              <a:extLst>
                <a:ext uri="{FF2B5EF4-FFF2-40B4-BE49-F238E27FC236}">
                  <a16:creationId xmlns:a16="http://schemas.microsoft.com/office/drawing/2014/main" id="{D4EC8CD4-F749-4794-DD29-B3F57822DEB6}"/>
                </a:ext>
              </a:extLst>
            </p:cNvPr>
            <p:cNvCxnSpPr>
              <a:cxnSpLocks/>
            </p:cNvCxnSpPr>
            <p:nvPr/>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257A55-A75B-A688-F95E-03F34F9772AD}"/>
                </a:ext>
              </a:extLst>
            </p:cNvPr>
            <p:cNvCxnSpPr>
              <a:cxnSpLocks/>
            </p:cNvCxnSpPr>
            <p:nvPr/>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8D13EC-2BC3-5093-97AC-927791EEA31B}"/>
                </a:ext>
              </a:extLst>
            </p:cNvPr>
            <p:cNvCxnSpPr>
              <a:cxnSpLocks/>
            </p:cNvCxnSpPr>
            <p:nvPr/>
          </p:nvCxnSpPr>
          <p:spPr>
            <a:xfrm>
              <a:off x="-19453" y="614113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89169A-38DE-8903-97EB-3CA6FE5BC931}"/>
                </a:ext>
              </a:extLst>
            </p:cNvPr>
            <p:cNvCxnSpPr>
              <a:cxnSpLocks/>
            </p:cNvCxnSpPr>
            <p:nvPr/>
          </p:nvCxnSpPr>
          <p:spPr>
            <a:xfrm>
              <a:off x="-20977" y="637159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oAutofit/>
          </a:bodyPr>
          <a:lstStyle>
            <a:lvl1pPr marL="0" indent="0" algn="ctr">
              <a:lnSpc>
                <a:spcPct val="100000"/>
              </a:lnSpc>
              <a:buNone/>
              <a:defRPr sz="4400" b="0">
                <a:latin typeface="+mj-lt"/>
              </a:defRPr>
            </a:lvl1pPr>
            <a:lvl2pPr marL="228600" indent="0" algn="ctr">
              <a:lnSpc>
                <a:spcPct val="100000"/>
              </a:lnSpc>
              <a:buNone/>
              <a:defRPr sz="4000" b="0">
                <a:latin typeface="+mj-lt"/>
              </a:defRPr>
            </a:lvl2pPr>
            <a:lvl3pPr marL="457200" indent="0" algn="ctr">
              <a:lnSpc>
                <a:spcPct val="100000"/>
              </a:lnSpc>
              <a:buNone/>
              <a:defRPr sz="3600" b="0">
                <a:latin typeface="+mj-lt"/>
              </a:defRPr>
            </a:lvl3pPr>
            <a:lvl4pPr marL="685800" indent="0" algn="ctr">
              <a:lnSpc>
                <a:spcPct val="100000"/>
              </a:lnSpc>
              <a:buNone/>
              <a:defRPr sz="3200" b="0">
                <a:latin typeface="+mj-lt"/>
              </a:defRPr>
            </a:lvl4pPr>
            <a:lvl5pPr marL="914400" indent="0" algn="ctr">
              <a:lnSpc>
                <a:spcPct val="100000"/>
              </a:lnSpc>
              <a:buNone/>
              <a:defRPr sz="2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3757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Statement 2">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93763D-EF7A-5004-F4C9-57D952210C19}"/>
              </a:ext>
            </a:extLst>
          </p:cNvPr>
          <p:cNvGrpSpPr/>
          <p:nvPr userDrawn="1"/>
        </p:nvGrpSpPr>
        <p:grpSpPr>
          <a:xfrm>
            <a:off x="839524" y="-4"/>
            <a:ext cx="10524928" cy="6858004"/>
            <a:chOff x="839524" y="-4"/>
            <a:chExt cx="10524928" cy="6858004"/>
          </a:xfrm>
        </p:grpSpPr>
        <p:cxnSp>
          <p:nvCxnSpPr>
            <p:cNvPr id="10" name="Straight Connector 9">
              <a:extLst>
                <a:ext uri="{FF2B5EF4-FFF2-40B4-BE49-F238E27FC236}">
                  <a16:creationId xmlns:a16="http://schemas.microsoft.com/office/drawing/2014/main" id="{E773888A-2876-3502-A562-1364954F461D}"/>
                </a:ext>
              </a:extLst>
            </p:cNvPr>
            <p:cNvCxnSpPr>
              <a:cxnSpLocks/>
            </p:cNvCxnSpPr>
            <p:nvPr/>
          </p:nvCxnSpPr>
          <p:spPr>
            <a:xfrm rot="5400000">
              <a:off x="-2360448" y="3429426"/>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10F94D3-584D-13EA-10BE-803EFCCD24DA}"/>
                </a:ext>
              </a:extLst>
            </p:cNvPr>
            <p:cNvCxnSpPr>
              <a:cxnSpLocks/>
            </p:cNvCxnSpPr>
            <p:nvPr/>
          </p:nvCxnSpPr>
          <p:spPr>
            <a:xfrm rot="5400000">
              <a:off x="-2589048" y="3428568"/>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880C75-7BC8-5FC8-75D8-08E7DE1EA836}"/>
                </a:ext>
              </a:extLst>
            </p:cNvPr>
            <p:cNvCxnSpPr>
              <a:cxnSpLocks/>
            </p:cNvCxnSpPr>
            <p:nvPr/>
          </p:nvCxnSpPr>
          <p:spPr>
            <a:xfrm rot="5400000">
              <a:off x="7935880" y="3429429"/>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C01D38-A140-0645-A94B-49371E97C72B}"/>
                </a:ext>
              </a:extLst>
            </p:cNvPr>
            <p:cNvCxnSpPr>
              <a:cxnSpLocks/>
            </p:cNvCxnSpPr>
            <p:nvPr/>
          </p:nvCxnSpPr>
          <p:spPr>
            <a:xfrm rot="5400000">
              <a:off x="7707280" y="3428571"/>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1357884"/>
            <a:ext cx="8266176" cy="4142232"/>
          </a:xfrm>
        </p:spPr>
        <p:txBody>
          <a:bodyPr anchor="ctr" anchorCtr="0">
            <a:noAutofit/>
          </a:bodyPr>
          <a:lstStyle>
            <a:lvl1pPr marL="0" indent="0" algn="ctr">
              <a:lnSpc>
                <a:spcPct val="100000"/>
              </a:lnSpc>
              <a:buNone/>
              <a:defRPr sz="4800" b="0">
                <a:latin typeface="+mj-lt"/>
              </a:defRPr>
            </a:lvl1pPr>
            <a:lvl2pPr marL="228600" indent="0" algn="ctr">
              <a:lnSpc>
                <a:spcPct val="100000"/>
              </a:lnSpc>
              <a:buNone/>
              <a:defRPr sz="4000" b="0">
                <a:latin typeface="+mj-lt"/>
              </a:defRPr>
            </a:lvl2pPr>
            <a:lvl3pPr marL="457200" indent="0" algn="ctr">
              <a:lnSpc>
                <a:spcPct val="100000"/>
              </a:lnSpc>
              <a:buNone/>
              <a:defRPr sz="3600" b="0">
                <a:latin typeface="+mj-lt"/>
              </a:defRPr>
            </a:lvl3pPr>
            <a:lvl4pPr marL="685800" indent="0" algn="ctr">
              <a:lnSpc>
                <a:spcPct val="100000"/>
              </a:lnSpc>
              <a:buNone/>
              <a:defRPr sz="3200" b="0">
                <a:latin typeface="+mj-lt"/>
              </a:defRPr>
            </a:lvl4pPr>
            <a:lvl5pPr marL="914400" indent="0" algn="ctr">
              <a:lnSpc>
                <a:spcPct val="100000"/>
              </a:lnSpc>
              <a:buNone/>
              <a:defRPr sz="2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998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8F27561-8B56-7D4A-9D45-53325F938A9C}" type="datetime1">
              <a:rPr lang="en-US" smtClean="0"/>
              <a:t>4/24/2026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184067"/>
            <a:ext cx="8266176" cy="5605272"/>
          </a:xfrm>
        </p:spPr>
        <p:txBody>
          <a:bodyPr anchor="t">
            <a:noAutofit/>
          </a:bodyPr>
          <a:lstStyle>
            <a:lvl1pPr marL="0" indent="0">
              <a:lnSpc>
                <a:spcPct val="100000"/>
              </a:lnSpc>
              <a:buNone/>
              <a:defRPr sz="4400" b="0">
                <a:latin typeface="+mj-lt"/>
              </a:defRPr>
            </a:lvl1pPr>
            <a:lvl2pPr marL="228600" indent="0">
              <a:lnSpc>
                <a:spcPct val="100000"/>
              </a:lnSpc>
              <a:buNone/>
              <a:defRPr sz="3600" b="0">
                <a:latin typeface="+mj-lt"/>
              </a:defRPr>
            </a:lvl2pPr>
            <a:lvl3pPr marL="457200" indent="0">
              <a:lnSpc>
                <a:spcPct val="100000"/>
              </a:lnSpc>
              <a:buNone/>
              <a:defRPr sz="3200" b="0">
                <a:latin typeface="+mj-lt"/>
              </a:defRPr>
            </a:lvl3pPr>
            <a:lvl4pPr marL="685800" indent="0">
              <a:lnSpc>
                <a:spcPct val="100000"/>
              </a:lnSpc>
              <a:buNone/>
              <a:defRPr sz="2800" b="0">
                <a:latin typeface="+mj-lt"/>
              </a:defRPr>
            </a:lvl4pPr>
            <a:lvl5pPr marL="914400" indent="0">
              <a:lnSpc>
                <a:spcPct val="100000"/>
              </a:lnSpc>
              <a:buNone/>
              <a:defRPr sz="24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2953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581400" y="5110256"/>
            <a:ext cx="5029200"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19934B-D27D-944F-A2F7-A09FCF6E6C41}" type="datetime1">
              <a:rPr lang="en-US" smtClean="0"/>
              <a:t>4/24/2026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278920"/>
            <a:ext cx="9198864" cy="3657600"/>
          </a:xfrm>
        </p:spPr>
        <p:txBody>
          <a:bodyPr anchor="ctr">
            <a:normAutofit/>
          </a:bodyPr>
          <a:lstStyle>
            <a:lvl1pPr marL="164592" indent="-164592" algn="ctr">
              <a:lnSpc>
                <a:spcPct val="100000"/>
              </a:lnSpc>
              <a:spcBef>
                <a:spcPts val="0"/>
              </a:spcBef>
              <a:buNone/>
              <a:defRPr sz="4000">
                <a:latin typeface="+mj-lt"/>
              </a:defRPr>
            </a:lvl1pPr>
          </a:lstStyle>
          <a:p>
            <a:pPr lvl="0"/>
            <a:r>
              <a:rPr lang="en-US"/>
              <a:t>Click to add Quote</a:t>
            </a:r>
          </a:p>
        </p:txBody>
      </p:sp>
    </p:spTree>
    <p:extLst>
      <p:ext uri="{BB962C8B-B14F-4D97-AF65-F5344CB8AC3E}">
        <p14:creationId xmlns:p14="http://schemas.microsoft.com/office/powerpoint/2010/main" val="40225002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4292" y="5267563"/>
            <a:ext cx="9043416" cy="548640"/>
          </a:xfrm>
          <a:prstGeom prst="roundRect">
            <a:avLst>
              <a:gd name="adj" fmla="val 50000"/>
            </a:avLst>
          </a:prstGeom>
          <a:ln w="15875">
            <a:solidFill>
              <a:schemeClr val="tx1"/>
            </a:solidFill>
          </a:ln>
        </p:spPr>
        <p:txBody>
          <a:bodyPr anchor="ctr">
            <a:normAutofit/>
          </a:bodyPr>
          <a:lstStyle>
            <a:lvl1pPr algn="ctr">
              <a:lnSpc>
                <a:spcPct val="100000"/>
              </a:lnSpc>
              <a:defRPr sz="18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90774"/>
            <a:ext cx="9198864" cy="3601387"/>
          </a:xfrm>
        </p:spPr>
        <p:txBody>
          <a:bodyPr anchor="ctr">
            <a:normAutofit/>
          </a:bodyPr>
          <a:lstStyle>
            <a:lvl1pPr marL="164592" indent="-164592" algn="ctr">
              <a:lnSpc>
                <a:spcPct val="100000"/>
              </a:lnSpc>
              <a:spcBef>
                <a:spcPts val="0"/>
              </a:spcBef>
              <a:buNone/>
              <a:defRPr sz="44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66928" y="6309360"/>
            <a:ext cx="1371600" cy="365760"/>
          </a:xfrm>
        </p:spPr>
        <p:txBody>
          <a:bodyPr/>
          <a:lstStyle/>
          <a:p>
            <a:fld id="{1FD22486-8423-2C44-89AB-B87B16F989B7}" type="datetime1">
              <a:rPr lang="en-US" smtClean="0"/>
              <a:t>4/24/2026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437249" y="6309360"/>
            <a:ext cx="2805405" cy="365125"/>
          </a:xfrm>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grpSp>
        <p:nvGrpSpPr>
          <p:cNvPr id="6" name="Group 5">
            <a:extLst>
              <a:ext uri="{FF2B5EF4-FFF2-40B4-BE49-F238E27FC236}">
                <a16:creationId xmlns:a16="http://schemas.microsoft.com/office/drawing/2014/main" id="{E7F136C3-7EC3-9A8C-7905-FCAC979CA36A}"/>
              </a:ext>
            </a:extLst>
          </p:cNvPr>
          <p:cNvGrpSpPr/>
          <p:nvPr userDrawn="1"/>
        </p:nvGrpSpPr>
        <p:grpSpPr>
          <a:xfrm>
            <a:off x="1524" y="393192"/>
            <a:ext cx="12190476" cy="230457"/>
            <a:chOff x="1524" y="486404"/>
            <a:chExt cx="12190476" cy="230457"/>
          </a:xfrm>
        </p:grpSpPr>
        <p:cxnSp>
          <p:nvCxnSpPr>
            <p:cNvPr id="11" name="Straight Connector 10">
              <a:extLst>
                <a:ext uri="{FF2B5EF4-FFF2-40B4-BE49-F238E27FC236}">
                  <a16:creationId xmlns:a16="http://schemas.microsoft.com/office/drawing/2014/main" id="{11C98BDF-7F97-BA6B-9AA3-79C4C4E3B570}"/>
                </a:ext>
              </a:extLst>
            </p:cNvPr>
            <p:cNvCxnSpPr>
              <a:cxnSpLocks/>
            </p:cNvCxnSpPr>
            <p:nvPr userDrawn="1"/>
          </p:nvCxnSpPr>
          <p:spPr>
            <a:xfrm>
              <a:off x="3048" y="486404"/>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F752DBB-0B82-C2E5-E6EE-2B7D84F00681}"/>
                </a:ext>
              </a:extLst>
            </p:cNvPr>
            <p:cNvCxnSpPr>
              <a:cxnSpLocks/>
            </p:cNvCxnSpPr>
            <p:nvPr userDrawn="1"/>
          </p:nvCxnSpPr>
          <p:spPr>
            <a:xfrm>
              <a:off x="1524" y="716861"/>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805339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D0251DA-0EA1-225F-8D19-688C1000DBAD}"/>
              </a:ext>
            </a:extLst>
          </p:cNvPr>
          <p:cNvGrpSpPr/>
          <p:nvPr userDrawn="1"/>
        </p:nvGrpSpPr>
        <p:grpSpPr>
          <a:xfrm>
            <a:off x="762" y="1395119"/>
            <a:ext cx="12191238" cy="4067763"/>
            <a:chOff x="762" y="1395119"/>
            <a:chExt cx="12191238" cy="4067763"/>
          </a:xfrm>
        </p:grpSpPr>
        <p:cxnSp>
          <p:nvCxnSpPr>
            <p:cNvPr id="12" name="Straight Connector 11">
              <a:extLst>
                <a:ext uri="{FF2B5EF4-FFF2-40B4-BE49-F238E27FC236}">
                  <a16:creationId xmlns:a16="http://schemas.microsoft.com/office/drawing/2014/main" id="{EC8F0F89-259A-7D5F-9E52-07123735018F}"/>
                </a:ext>
              </a:extLst>
            </p:cNvPr>
            <p:cNvCxnSpPr>
              <a:cxnSpLocks/>
            </p:cNvCxnSpPr>
            <p:nvPr/>
          </p:nvCxnSpPr>
          <p:spPr>
            <a:xfrm>
              <a:off x="3048" y="139511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2CD90A0-6C73-AB65-B20A-BAD32644A5F2}"/>
                </a:ext>
              </a:extLst>
            </p:cNvPr>
            <p:cNvCxnSpPr>
              <a:cxnSpLocks/>
            </p:cNvCxnSpPr>
            <p:nvPr/>
          </p:nvCxnSpPr>
          <p:spPr>
            <a:xfrm>
              <a:off x="1524" y="1625576"/>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A98EFE-3BD7-D800-983B-42CE5A97B9B3}"/>
                </a:ext>
              </a:extLst>
            </p:cNvPr>
            <p:cNvCxnSpPr>
              <a:cxnSpLocks/>
            </p:cNvCxnSpPr>
            <p:nvPr/>
          </p:nvCxnSpPr>
          <p:spPr>
            <a:xfrm>
              <a:off x="2286" y="52324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2DF87C7-EF0B-43B1-37A6-37216B523D36}"/>
                </a:ext>
              </a:extLst>
            </p:cNvPr>
            <p:cNvCxnSpPr>
              <a:cxnSpLocks/>
            </p:cNvCxnSpPr>
            <p:nvPr/>
          </p:nvCxnSpPr>
          <p:spPr>
            <a:xfrm>
              <a:off x="762" y="54628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7D9BD67-1776-B01D-02EA-3A9670F45750}"/>
                </a:ext>
              </a:extLst>
            </p:cNvPr>
            <p:cNvCxnSpPr>
              <a:cxnSpLocks/>
            </p:cNvCxnSpPr>
            <p:nvPr/>
          </p:nvCxnSpPr>
          <p:spPr>
            <a:xfrm>
              <a:off x="1168419" y="1625574"/>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7775A8-BD4B-8A75-4C08-7CBFEE76BA8E}"/>
                </a:ext>
              </a:extLst>
            </p:cNvPr>
            <p:cNvCxnSpPr>
              <a:cxnSpLocks/>
            </p:cNvCxnSpPr>
            <p:nvPr/>
          </p:nvCxnSpPr>
          <p:spPr>
            <a:xfrm>
              <a:off x="11023581" y="1627632"/>
              <a:ext cx="0" cy="36068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1">
            <a:extLst>
              <a:ext uri="{FF2B5EF4-FFF2-40B4-BE49-F238E27FC236}">
                <a16:creationId xmlns:a16="http://schemas.microsoft.com/office/drawing/2014/main" id="{FE1105A7-4AFC-EF6E-13F2-250ACBC19A8D}"/>
              </a:ext>
            </a:extLst>
          </p:cNvPr>
          <p:cNvSpPr>
            <a:spLocks noGrp="1"/>
          </p:cNvSpPr>
          <p:nvPr>
            <p:ph type="title" hasCustomPrompt="1"/>
          </p:nvPr>
        </p:nvSpPr>
        <p:spPr>
          <a:xfrm>
            <a:off x="1574292" y="5707825"/>
            <a:ext cx="9043416" cy="466344"/>
          </a:xfrm>
          <a:prstGeom prst="rect">
            <a:avLst/>
          </a:prstGeom>
          <a:ln w="15875">
            <a:noFill/>
          </a:ln>
        </p:spPr>
        <p:txBody>
          <a:bodyPr anchor="ctr">
            <a:normAutofit/>
          </a:bodyPr>
          <a:lstStyle>
            <a:lvl1pPr algn="ctr">
              <a:lnSpc>
                <a:spcPct val="100000"/>
              </a:lnSpc>
              <a:defRPr sz="180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D5354EC-538B-EF40-B690-05585CC88731}" type="datetime1">
              <a:rPr lang="en-US" smtClean="0"/>
              <a:t>4/24/2026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635368"/>
            <a:ext cx="8961120" cy="3606845"/>
          </a:xfrm>
        </p:spPr>
        <p:txBody>
          <a:bodyPr anchor="ctr">
            <a:normAutofit/>
          </a:bodyPr>
          <a:lstStyle>
            <a:lvl1pPr marL="164592" indent="-164592" algn="ctr">
              <a:lnSpc>
                <a:spcPct val="100000"/>
              </a:lnSpc>
              <a:spcBef>
                <a:spcPts val="0"/>
              </a:spcBef>
              <a:buNone/>
              <a:defRPr sz="3600">
                <a:latin typeface="+mj-lt"/>
              </a:defRPr>
            </a:lvl1pPr>
          </a:lstStyle>
          <a:p>
            <a:pPr lvl="0"/>
            <a:r>
              <a:rPr lang="en-US"/>
              <a:t>Click to add Quote</a:t>
            </a:r>
          </a:p>
        </p:txBody>
      </p:sp>
    </p:spTree>
    <p:extLst>
      <p:ext uri="{BB962C8B-B14F-4D97-AF65-F5344CB8AC3E}">
        <p14:creationId xmlns:p14="http://schemas.microsoft.com/office/powerpoint/2010/main" val="3605926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0851C64-A7BE-1C72-3E57-4775B409DC8A}"/>
              </a:ext>
            </a:extLst>
          </p:cNvPr>
          <p:cNvGrpSpPr/>
          <p:nvPr userDrawn="1"/>
        </p:nvGrpSpPr>
        <p:grpSpPr>
          <a:xfrm>
            <a:off x="1524" y="2369525"/>
            <a:ext cx="12190476" cy="4488475"/>
            <a:chOff x="1524" y="2369525"/>
            <a:chExt cx="12190476" cy="4488475"/>
          </a:xfrm>
        </p:grpSpPr>
        <p:cxnSp>
          <p:nvCxnSpPr>
            <p:cNvPr id="12" name="Straight Connector 11">
              <a:extLst>
                <a:ext uri="{FF2B5EF4-FFF2-40B4-BE49-F238E27FC236}">
                  <a16:creationId xmlns:a16="http://schemas.microsoft.com/office/drawing/2014/main" id="{F3584888-406D-19CF-E760-2B48E0ABB0C8}"/>
                </a:ext>
              </a:extLst>
            </p:cNvPr>
            <p:cNvCxnSpPr>
              <a:cxnSpLocks/>
            </p:cNvCxnSpPr>
            <p:nvPr/>
          </p:nvCxnSpPr>
          <p:spPr>
            <a:xfrm>
              <a:off x="4075888" y="2606040"/>
              <a:ext cx="0" cy="42519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userDrawn="1"/>
          </p:nvCxnSpPr>
          <p:spPr>
            <a:xfrm>
              <a:off x="1524" y="259998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B4F06D6-F8BF-9F65-C268-860831C18425}"/>
                </a:ext>
              </a:extLst>
            </p:cNvPr>
            <p:cNvCxnSpPr>
              <a:cxnSpLocks/>
            </p:cNvCxnSpPr>
            <p:nvPr userDrawn="1"/>
          </p:nvCxnSpPr>
          <p:spPr>
            <a:xfrm>
              <a:off x="3048" y="236952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3803" y="3275676"/>
            <a:ext cx="3595138" cy="2889149"/>
          </a:xfrm>
        </p:spPr>
        <p:txBody>
          <a:bodyPr anchor="ctr" anchorCtr="0">
            <a:normAutofit/>
          </a:bodyPr>
          <a:lstStyle>
            <a:lvl1pPr>
              <a:defRPr sz="4400"/>
            </a:lvl1pPr>
          </a:lstStyle>
          <a:p>
            <a:r>
              <a:rPr lang="en-US"/>
              <a:t>Click to edit Master title style</a:t>
            </a:r>
          </a:p>
        </p:txBody>
      </p:sp>
      <p:sp>
        <p:nvSpPr>
          <p:cNvPr id="16" name="Picture Placeholder 10">
            <a:extLst>
              <a:ext uri="{FF2B5EF4-FFF2-40B4-BE49-F238E27FC236}">
                <a16:creationId xmlns:a16="http://schemas.microsoft.com/office/drawing/2014/main" id="{4480451A-EDD2-119A-DA35-2DFD2B24576D}"/>
              </a:ext>
            </a:extLst>
          </p:cNvPr>
          <p:cNvSpPr>
            <a:spLocks noGrp="1"/>
          </p:cNvSpPr>
          <p:nvPr>
            <p:ph type="pic" sz="quarter" idx="15"/>
          </p:nvPr>
        </p:nvSpPr>
        <p:spPr>
          <a:xfrm>
            <a:off x="0" y="0"/>
            <a:ext cx="12192000" cy="2353456"/>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758859"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8315058" y="3153127"/>
            <a:ext cx="3200400" cy="301169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66928" y="6309360"/>
            <a:ext cx="1371600" cy="365760"/>
          </a:xfrm>
        </p:spPr>
        <p:txBody>
          <a:bodyPr/>
          <a:lstStyle/>
          <a:p>
            <a:fld id="{3678ED03-48B7-A743-8DD2-7FFA62A0AF10}"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66514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DF6C894-D1B4-57D3-91A7-279AB6F954CE}"/>
              </a:ext>
            </a:extLst>
          </p:cNvPr>
          <p:cNvGrpSpPr/>
          <p:nvPr userDrawn="1"/>
        </p:nvGrpSpPr>
        <p:grpSpPr>
          <a:xfrm>
            <a:off x="2319507" y="-3644"/>
            <a:ext cx="9882118" cy="6858000"/>
            <a:chOff x="2319507" y="-3644"/>
            <a:chExt cx="9882118" cy="6858000"/>
          </a:xfrm>
        </p:grpSpPr>
        <p:cxnSp>
          <p:nvCxnSpPr>
            <p:cNvPr id="14" name="Straight Connector 13">
              <a:extLst>
                <a:ext uri="{FF2B5EF4-FFF2-40B4-BE49-F238E27FC236}">
                  <a16:creationId xmlns:a16="http://schemas.microsoft.com/office/drawing/2014/main" id="{EECF737A-CD16-4F1D-E4F3-176098CA5800}"/>
                </a:ext>
              </a:extLst>
            </p:cNvPr>
            <p:cNvCxnSpPr>
              <a:cxnSpLocks/>
            </p:cNvCxnSpPr>
            <p:nvPr/>
          </p:nvCxnSpPr>
          <p:spPr>
            <a:xfrm rot="5400000">
              <a:off x="-878608" y="3425785"/>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749300-540B-EA3D-22F0-87D400B0C336}"/>
                </a:ext>
              </a:extLst>
            </p:cNvPr>
            <p:cNvCxnSpPr>
              <a:cxnSpLocks/>
            </p:cNvCxnSpPr>
            <p:nvPr/>
          </p:nvCxnSpPr>
          <p:spPr>
            <a:xfrm rot="5400000">
              <a:off x="-1109065" y="3424928"/>
              <a:ext cx="6857143"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997F95-5433-14AD-3BB0-7E0594932620}"/>
                </a:ext>
              </a:extLst>
            </p:cNvPr>
            <p:cNvCxnSpPr>
              <a:cxnSpLocks/>
            </p:cNvCxnSpPr>
            <p:nvPr/>
          </p:nvCxnSpPr>
          <p:spPr>
            <a:xfrm>
              <a:off x="2549963" y="2239968"/>
              <a:ext cx="965166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70450" y="548640"/>
            <a:ext cx="8396412" cy="1371600"/>
          </a:xfrm>
        </p:spPr>
        <p:txBody>
          <a:bodyPr anchor="b" anchorCtr="0">
            <a:normAutofit/>
          </a:bodyPr>
          <a:lstStyle>
            <a:lvl1pPr>
              <a:defRPr sz="4400"/>
            </a:lvl1pPr>
          </a:lstStyle>
          <a:p>
            <a:r>
              <a:rPr lang="en-US"/>
              <a:t>Click to edit Master title style</a:t>
            </a:r>
          </a:p>
        </p:txBody>
      </p:sp>
      <p:sp>
        <p:nvSpPr>
          <p:cNvPr id="8" name="Picture Placeholder 10">
            <a:extLst>
              <a:ext uri="{FF2B5EF4-FFF2-40B4-BE49-F238E27FC236}">
                <a16:creationId xmlns:a16="http://schemas.microsoft.com/office/drawing/2014/main" id="{4D6822CD-39C0-0CC2-075F-B33EE114F01E}"/>
              </a:ext>
            </a:extLst>
          </p:cNvPr>
          <p:cNvSpPr>
            <a:spLocks noGrp="1"/>
          </p:cNvSpPr>
          <p:nvPr>
            <p:ph type="pic" sz="quarter" idx="15"/>
          </p:nvPr>
        </p:nvSpPr>
        <p:spPr>
          <a:xfrm>
            <a:off x="0" y="1"/>
            <a:ext cx="2312894" cy="6858000"/>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2987199"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7443506" y="2560320"/>
            <a:ext cx="4023360" cy="36576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E5D4F6C2-06EF-3BFE-5938-6C304B0949F5}"/>
              </a:ext>
            </a:extLst>
          </p:cNvPr>
          <p:cNvSpPr>
            <a:spLocks noGrp="1"/>
          </p:cNvSpPr>
          <p:nvPr>
            <p:ph type="dt" sz="half" idx="16"/>
          </p:nvPr>
        </p:nvSpPr>
        <p:spPr>
          <a:xfrm>
            <a:off x="10268712" y="6309360"/>
            <a:ext cx="1371600" cy="365760"/>
          </a:xfrm>
        </p:spPr>
        <p:txBody>
          <a:bodyPr/>
          <a:lstStyle/>
          <a:p>
            <a:fld id="{B757F186-BC5C-E049-9BED-C879FF838727}" type="datetime1">
              <a:rPr lang="en-US" smtClean="0"/>
              <a:t>4/24/2026</a:t>
            </a:fld>
            <a:endParaRPr lang="en-US"/>
          </a:p>
        </p:txBody>
      </p:sp>
      <p:sp>
        <p:nvSpPr>
          <p:cNvPr id="17" name="Footer Placeholder 16">
            <a:extLst>
              <a:ext uri="{FF2B5EF4-FFF2-40B4-BE49-F238E27FC236}">
                <a16:creationId xmlns:a16="http://schemas.microsoft.com/office/drawing/2014/main" id="{3970E9DE-1854-5825-875F-2FA7606667AA}"/>
              </a:ext>
            </a:extLst>
          </p:cNvPr>
          <p:cNvSpPr>
            <a:spLocks noGrp="1"/>
          </p:cNvSpPr>
          <p:nvPr>
            <p:ph type="ftr" sz="quarter" idx="17"/>
          </p:nvPr>
        </p:nvSpPr>
        <p:spPr>
          <a:xfrm>
            <a:off x="3335830" y="6309360"/>
            <a:ext cx="2805405" cy="365125"/>
          </a:xfrm>
        </p:spPr>
        <p:txBody>
          <a:bodyPr/>
          <a:lstStyle/>
          <a:p>
            <a:pPr algn="l"/>
            <a:endParaRPr lang="en-US"/>
          </a:p>
        </p:txBody>
      </p:sp>
      <p:sp>
        <p:nvSpPr>
          <p:cNvPr id="18" name="Slide Number Placeholder 17">
            <a:extLst>
              <a:ext uri="{FF2B5EF4-FFF2-40B4-BE49-F238E27FC236}">
                <a16:creationId xmlns:a16="http://schemas.microsoft.com/office/drawing/2014/main" id="{E8D4AEC5-2901-2491-7236-E3C375B57500}"/>
              </a:ext>
            </a:extLst>
          </p:cNvPr>
          <p:cNvSpPr>
            <a:spLocks noGrp="1"/>
          </p:cNvSpPr>
          <p:nvPr>
            <p:ph type="sldNum" sz="quarter" idx="18"/>
          </p:nvPr>
        </p:nvSpPr>
        <p:spPr>
          <a:xfrm>
            <a:off x="2888927" y="6309360"/>
            <a:ext cx="429207" cy="365125"/>
          </a:xfrm>
        </p:spPr>
        <p:txBody>
          <a:bodyPr/>
          <a:lstStyle>
            <a:lvl1pPr algn="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49241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13408"/>
            <a:ext cx="10741152" cy="1132258"/>
          </a:xfrm>
        </p:spPr>
        <p:txBody>
          <a:body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F81D37-71A0-6247-B4F9-89AB56FCB9F0}" type="datetime1">
              <a:rPr lang="en-US" smtClean="0"/>
              <a:t>4/24/2026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90637"/>
            <a:ext cx="5181600" cy="4351338"/>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68364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566928" y="6309360"/>
            <a:ext cx="1371600" cy="365760"/>
          </a:xfrm>
        </p:spPr>
        <p:txBody>
          <a:bodyPr/>
          <a:lstStyle/>
          <a:p>
            <a:fld id="{219F6FE5-28DC-924E-B335-9F73F02FD9E9}" type="datetime1">
              <a:rPr lang="en-US" smtClean="0"/>
              <a:t>4/24/2026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437249" y="6309360"/>
            <a:ext cx="2805405" cy="365125"/>
          </a:xfrm>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32712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566928" y="6309360"/>
            <a:ext cx="1371600" cy="365760"/>
          </a:xfrm>
        </p:spPr>
        <p:txBody>
          <a:bodyPr/>
          <a:lstStyle/>
          <a:p>
            <a:fld id="{FA69F012-8801-654E-BA91-4385C1A34D05}" type="datetime1">
              <a:rPr lang="en-US" smtClean="0"/>
              <a:t>4/24/2026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437249" y="6309360"/>
            <a:ext cx="2805405" cy="365125"/>
          </a:xfrm>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45193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B6031AE-DA09-E546-8A91-03FDF50474E1}" type="datetime1">
              <a:rPr lang="en-US" smtClean="0"/>
              <a:t>4/24/2026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9014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566928" y="6309360"/>
            <a:ext cx="1371600" cy="365760"/>
          </a:xfrm>
        </p:spPr>
        <p:txBody>
          <a:bodyPr/>
          <a:lstStyle/>
          <a:p>
            <a:fld id="{B5AC1EE3-8DAF-B14B-BBB9-F51C019514E2}" type="datetime1">
              <a:rPr lang="en-US" smtClean="0"/>
              <a:t>4/24/2026</a:t>
            </a:fld>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437249" y="6309360"/>
            <a:ext cx="2805405" cy="365125"/>
          </a:xfrm>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12607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566928" y="6309360"/>
            <a:ext cx="1371600" cy="365760"/>
          </a:xfrm>
        </p:spPr>
        <p:txBody>
          <a:bodyPr/>
          <a:lstStyle/>
          <a:p>
            <a:fld id="{1288866C-ADAB-8347-AC3F-C68495CA516D}" type="datetime1">
              <a:rPr lang="en-US" smtClean="0"/>
              <a:t>4/24/2026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984248" y="6309360"/>
            <a:ext cx="1834543" cy="365125"/>
          </a:xfrm>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769027" y="6309360"/>
            <a:ext cx="429207" cy="365125"/>
          </a:xfrm>
        </p:spPr>
        <p:txBody>
          <a:bodyPr/>
          <a:lstStyle/>
          <a:p>
            <a:fld id="{CC057153-B650-4DEB-B370-79DDCFDCE934}" type="slidenum">
              <a:rPr lang="en-US" smtClean="0"/>
              <a:t>‹#›</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9057585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200400"/>
            <a:ext cx="10890374" cy="2743200"/>
          </a:xfrm>
          <a:noFill/>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6928" y="6309360"/>
            <a:ext cx="1371600" cy="365760"/>
          </a:xfrm>
        </p:spPr>
        <p:txBody>
          <a:bodyPr/>
          <a:lstStyle/>
          <a:p>
            <a:fld id="{8CE3BE77-9432-6A4B-8CAB-C566A7B21CF4}" type="datetime1">
              <a:rPr lang="en-US" smtClean="0"/>
              <a:t>4/24/2026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37249" y="6309360"/>
            <a:ext cx="2805405" cy="365125"/>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92890" y="6309360"/>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3658541"/>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C4B93E9A-7B3C-D739-A537-E0C99704C1D2}"/>
              </a:ext>
            </a:extLst>
          </p:cNvPr>
          <p:cNvSpPr>
            <a:spLocks noGrp="1"/>
          </p:cNvSpPr>
          <p:nvPr>
            <p:ph type="pic" sz="quarter" idx="15"/>
          </p:nvPr>
        </p:nvSpPr>
        <p:spPr>
          <a:xfrm>
            <a:off x="2308481" y="0"/>
            <a:ext cx="9883518" cy="6857999"/>
          </a:xfrm>
          <a:custGeom>
            <a:avLst/>
            <a:gdLst>
              <a:gd name="connsiteX0" fmla="*/ 0 w 8127902"/>
              <a:gd name="connsiteY0" fmla="*/ 5452946 h 6857999"/>
              <a:gd name="connsiteX1" fmla="*/ 8127902 w 8127902"/>
              <a:gd name="connsiteY1" fmla="*/ 5452946 h 6857999"/>
              <a:gd name="connsiteX2" fmla="*/ 8127902 w 8127902"/>
              <a:gd name="connsiteY2" fmla="*/ 6857999 h 6857999"/>
              <a:gd name="connsiteX3" fmla="*/ 0 w 8127902"/>
              <a:gd name="connsiteY3" fmla="*/ 6857999 h 6857999"/>
              <a:gd name="connsiteX4" fmla="*/ 0 w 8127902"/>
              <a:gd name="connsiteY4" fmla="*/ 0 h 6857999"/>
              <a:gd name="connsiteX5" fmla="*/ 8127902 w 8127902"/>
              <a:gd name="connsiteY5" fmla="*/ 0 h 6857999"/>
              <a:gd name="connsiteX6" fmla="*/ 8127902 w 8127902"/>
              <a:gd name="connsiteY6" fmla="*/ 1382751 h 6857999"/>
              <a:gd name="connsiteX7" fmla="*/ 0 w 8127902"/>
              <a:gd name="connsiteY7" fmla="*/ 138275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27902" h="6857999">
                <a:moveTo>
                  <a:pt x="0" y="5452946"/>
                </a:moveTo>
                <a:lnTo>
                  <a:pt x="8127902" y="5452946"/>
                </a:lnTo>
                <a:lnTo>
                  <a:pt x="8127902" y="6857999"/>
                </a:lnTo>
                <a:lnTo>
                  <a:pt x="0" y="6857999"/>
                </a:lnTo>
                <a:close/>
                <a:moveTo>
                  <a:pt x="0" y="0"/>
                </a:moveTo>
                <a:lnTo>
                  <a:pt x="8127902" y="0"/>
                </a:lnTo>
                <a:lnTo>
                  <a:pt x="8127902" y="1382751"/>
                </a:lnTo>
                <a:lnTo>
                  <a:pt x="0" y="1382751"/>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p>
        </p:txBody>
      </p:sp>
      <p:grpSp>
        <p:nvGrpSpPr>
          <p:cNvPr id="14" name="Group 13">
            <a:extLst>
              <a:ext uri="{FF2B5EF4-FFF2-40B4-BE49-F238E27FC236}">
                <a16:creationId xmlns:a16="http://schemas.microsoft.com/office/drawing/2014/main" id="{840C21F1-162E-8951-B67D-4497E13354A2}"/>
              </a:ext>
            </a:extLst>
          </p:cNvPr>
          <p:cNvGrpSpPr/>
          <p:nvPr userDrawn="1"/>
        </p:nvGrpSpPr>
        <p:grpSpPr>
          <a:xfrm>
            <a:off x="1524" y="-1"/>
            <a:ext cx="12190476" cy="6858001"/>
            <a:chOff x="1524" y="-1"/>
            <a:chExt cx="12190476" cy="6858001"/>
          </a:xfrm>
        </p:grpSpPr>
        <p:cxnSp>
          <p:nvCxnSpPr>
            <p:cNvPr id="9" name="Straight Connector 8">
              <a:extLst>
                <a:ext uri="{FF2B5EF4-FFF2-40B4-BE49-F238E27FC236}">
                  <a16:creationId xmlns:a16="http://schemas.microsoft.com/office/drawing/2014/main" id="{A791CF62-4928-7BDE-C6EE-02CDA853F4E5}"/>
                </a:ext>
              </a:extLst>
            </p:cNvPr>
            <p:cNvCxnSpPr>
              <a:cxnSpLocks/>
            </p:cNvCxnSpPr>
            <p:nvPr/>
          </p:nvCxnSpPr>
          <p:spPr>
            <a:xfrm>
              <a:off x="3048" y="137929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5FD0D36-770E-938A-A59C-85DB2434CFE3}"/>
                </a:ext>
              </a:extLst>
            </p:cNvPr>
            <p:cNvCxnSpPr>
              <a:cxnSpLocks/>
            </p:cNvCxnSpPr>
            <p:nvPr/>
          </p:nvCxnSpPr>
          <p:spPr>
            <a:xfrm>
              <a:off x="1524" y="1609749"/>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902DDA-71C4-D5B9-74D7-EB5DF9A7DE5D}"/>
                </a:ext>
              </a:extLst>
            </p:cNvPr>
            <p:cNvCxnSpPr>
              <a:cxnSpLocks/>
            </p:cNvCxnSpPr>
            <p:nvPr/>
          </p:nvCxnSpPr>
          <p:spPr>
            <a:xfrm>
              <a:off x="3048" y="5230685"/>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61918F-9F99-CD5F-BFE6-E39CA1548658}"/>
                </a:ext>
              </a:extLst>
            </p:cNvPr>
            <p:cNvCxnSpPr>
              <a:cxnSpLocks/>
            </p:cNvCxnSpPr>
            <p:nvPr/>
          </p:nvCxnSpPr>
          <p:spPr>
            <a:xfrm>
              <a:off x="1524" y="5461142"/>
              <a:ext cx="1218895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D8B191-4931-900A-AB3A-6097D34C028C}"/>
                </a:ext>
              </a:extLst>
            </p:cNvPr>
            <p:cNvCxnSpPr/>
            <p:nvPr/>
          </p:nvCxnSpPr>
          <p:spPr>
            <a:xfrm>
              <a:off x="2297240" y="-1"/>
              <a:ext cx="0" cy="685800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866413" y="1788680"/>
            <a:ext cx="8430767" cy="1842020"/>
          </a:xfrm>
        </p:spPr>
        <p:txBody>
          <a:bodyPr anchor="b">
            <a:no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5329" y="557784"/>
            <a:ext cx="1371600" cy="365760"/>
          </a:xfrm>
        </p:spPr>
        <p:txBody>
          <a:bodyPr/>
          <a:lstStyle/>
          <a:p>
            <a:fld id="{B1C93994-1E2D-3543-BD77-44FCFB71CAFD}" type="datetime1">
              <a:rPr lang="en-US" smtClean="0"/>
              <a:t>4/24/2026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01379" y="5748055"/>
            <a:ext cx="429207" cy="365125"/>
          </a:xfrm>
        </p:spPr>
        <p:txBody>
          <a:bodyPr/>
          <a:lstStyle>
            <a:lvl1pPr algn="l">
              <a:defRPr/>
            </a:lvl1pPr>
          </a:lstStyle>
          <a:p>
            <a:fld id="{CC057153-B650-4DEB-B370-79DDCFDCE934}"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01379" y="6143001"/>
            <a:ext cx="1463040" cy="365125"/>
          </a:xfrm>
        </p:spPr>
        <p:txBody>
          <a:bodyPr/>
          <a:lstStyle>
            <a:lvl1pPr algn="l">
              <a:defRPr/>
            </a:lvl1pPr>
          </a:lstStyle>
          <a:p>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866541" y="3784036"/>
            <a:ext cx="8430639" cy="1279615"/>
          </a:xfrm>
        </p:spPr>
        <p:txBody>
          <a:bodyPr>
            <a:noAutofit/>
          </a:bodyPr>
          <a:lstStyle>
            <a:lvl1pPr marL="0" indent="0">
              <a:buNone/>
              <a:defRPr sz="2000" i="1"/>
            </a:lvl1pPr>
            <a:lvl2pPr marL="228600" indent="0">
              <a:buNone/>
              <a:defRPr sz="2000" i="1"/>
            </a:lvl2pPr>
            <a:lvl3pPr marL="457200" indent="0">
              <a:buNone/>
              <a:defRPr sz="2000" i="1"/>
            </a:lvl3pPr>
            <a:lvl4pPr marL="685800" indent="0">
              <a:buNone/>
              <a:defRPr sz="2000" i="1"/>
            </a:lvl4pPr>
            <a:lvl5pPr marL="914400" indent="0">
              <a:buNone/>
              <a:defRPr sz="2000" i="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31173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566928" y="187080"/>
            <a:ext cx="1371600" cy="365760"/>
          </a:xfrm>
          <a:prstGeom prst="roundRect">
            <a:avLst>
              <a:gd name="adj" fmla="val 50000"/>
            </a:avLst>
          </a:prstGeom>
          <a:ln w="15875">
            <a:solidFill>
              <a:schemeClr val="tx1"/>
            </a:solidFill>
          </a:ln>
        </p:spPr>
        <p:txBody>
          <a:bodyPr vert="horz" lIns="91440" tIns="45720" rIns="91440" bIns="45720" rtlCol="0" anchor="ctr"/>
          <a:lstStyle>
            <a:lvl1pPr algn="ctr">
              <a:defRPr sz="1200">
                <a:solidFill>
                  <a:schemeClr val="tx1"/>
                </a:solidFill>
                <a:latin typeface="+mn-lt"/>
              </a:defRPr>
            </a:lvl1pPr>
          </a:lstStyle>
          <a:p>
            <a:fld id="{D16B9168-F6EC-AA44-B1F6-76306FA4BF2D}" type="datetime1">
              <a:rPr lang="en-US" smtClean="0"/>
              <a:pPr/>
              <a:t>4/24/2026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437249" y="187080"/>
            <a:ext cx="2805405" cy="365125"/>
          </a:xfrm>
          <a:prstGeom prst="rect">
            <a:avLst/>
          </a:prstGeom>
        </p:spPr>
        <p:txBody>
          <a:bodyPr vert="horz" lIns="91440" tIns="45720" rIns="91440" bIns="45720" rtlCol="0" anchor="ctr"/>
          <a:lstStyle>
            <a:lvl1pPr algn="r">
              <a:defRPr sz="12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92890" y="187080"/>
            <a:ext cx="429207" cy="365125"/>
          </a:xfrm>
          <a:prstGeom prst="rect">
            <a:avLst/>
          </a:prstGeom>
        </p:spPr>
        <p:txBody>
          <a:bodyPr vert="horz" lIns="91440" tIns="45720" rIns="91440" bIns="45720" rtlCol="0" anchor="ctr"/>
          <a:lstStyle>
            <a:lvl1pPr algn="r">
              <a:defRPr sz="1200">
                <a:solidFill>
                  <a:schemeClr val="tx1"/>
                </a:solidFill>
                <a:latin typeface="+mn-lt"/>
              </a:defRPr>
            </a:lvl1pPr>
          </a:lstStyle>
          <a:p>
            <a:fld id="{CC057153-B650-4DEB-B370-79DDCFDCE934}"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770885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80" r:id="rId3"/>
    <p:sldLayoutId id="2147483781" r:id="rId4"/>
    <p:sldLayoutId id="2147483782" r:id="rId5"/>
    <p:sldLayoutId id="2147483783" r:id="rId6"/>
    <p:sldLayoutId id="2147483839"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79"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7" r:id="rId32"/>
    <p:sldLayoutId id="2147483808" r:id="rId33"/>
    <p:sldLayoutId id="2147483810" r:id="rId34"/>
    <p:sldLayoutId id="2147483811" r:id="rId35"/>
    <p:sldLayoutId id="2147483812" r:id="rId36"/>
    <p:sldLayoutId id="2147483813" r:id="rId37"/>
    <p:sldLayoutId id="2147483815" r:id="rId38"/>
    <p:sldLayoutId id="2147483816" r:id="rId39"/>
    <p:sldLayoutId id="2147483817" r:id="rId40"/>
    <p:sldLayoutId id="2147483809" r:id="rId41"/>
    <p:sldLayoutId id="2147483814" r:id="rId42"/>
    <p:sldLayoutId id="2147483819" r:id="rId43"/>
    <p:sldLayoutId id="2147483820" r:id="rId44"/>
    <p:sldLayoutId id="2147483821" r:id="rId45"/>
    <p:sldLayoutId id="2147483822" r:id="rId46"/>
    <p:sldLayoutId id="2147483818" r:id="rId47"/>
    <p:sldLayoutId id="2147483823" r:id="rId48"/>
    <p:sldLayoutId id="2147483824" r:id="rId49"/>
    <p:sldLayoutId id="2147483825" r:id="rId50"/>
    <p:sldLayoutId id="2147483826" r:id="rId51"/>
    <p:sldLayoutId id="2147483827" r:id="rId52"/>
    <p:sldLayoutId id="2147483828" r:id="rId53"/>
    <p:sldLayoutId id="2147483829" r:id="rId54"/>
    <p:sldLayoutId id="2147483830" r:id="rId55"/>
    <p:sldLayoutId id="2147483831" r:id="rId56"/>
    <p:sldLayoutId id="2147483832" r:id="rId57"/>
    <p:sldLayoutId id="2147483833" r:id="rId58"/>
    <p:sldLayoutId id="2147483834" r:id="rId59"/>
    <p:sldLayoutId id="2147483835" r:id="rId60"/>
    <p:sldLayoutId id="2147483836" r:id="rId61"/>
    <p:sldLayoutId id="2147483837" r:id="rId62"/>
    <p:sldLayoutId id="2147483838" r:id="rId63"/>
  </p:sldLayoutIdLst>
  <p:hf sldNum="0" hdr="0" ftr="0" dt="0"/>
  <p:txStyles>
    <p:titleStyle>
      <a:lvl1pPr algn="l" defTabSz="914400" rtl="0" eaLnBrk="1" latinLnBrk="0" hangingPunct="1">
        <a:lnSpc>
          <a:spcPct val="75000"/>
        </a:lnSpc>
        <a:spcBef>
          <a:spcPct val="0"/>
        </a:spcBef>
        <a:buNone/>
        <a:defRPr sz="3600" b="0"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EB7006-F452-AE5A-DF0E-684DACC6A1F5}"/>
              </a:ext>
            </a:extLst>
          </p:cNvPr>
          <p:cNvSpPr>
            <a:spLocks noGrp="1"/>
          </p:cNvSpPr>
          <p:nvPr>
            <p:ph type="ctrTitle"/>
          </p:nvPr>
        </p:nvSpPr>
        <p:spPr>
          <a:xfrm>
            <a:off x="1182583" y="984562"/>
            <a:ext cx="7551109" cy="3071446"/>
          </a:xfrm>
        </p:spPr>
        <p:txBody>
          <a:bodyPr/>
          <a:lstStyle/>
          <a:p>
            <a:r>
              <a:rPr lang="en-US" b="1" dirty="0"/>
              <a:t>Secure </a:t>
            </a:r>
            <a:r>
              <a:rPr lang="en-US" b="1"/>
              <a:t>storage with </a:t>
            </a:r>
            <a:r>
              <a:rPr lang="en-US" b="1" dirty="0"/>
              <a:t>client-side encryption</a:t>
            </a:r>
          </a:p>
        </p:txBody>
      </p:sp>
      <p:pic>
        <p:nvPicPr>
          <p:cNvPr id="7" name="Picture Placeholder 6" descr="A group of horses running in the dust">
            <a:extLst>
              <a:ext uri="{FF2B5EF4-FFF2-40B4-BE49-F238E27FC236}">
                <a16:creationId xmlns:a16="http://schemas.microsoft.com/office/drawing/2014/main" id="{801B52E4-5A3E-2BC1-3EBB-1BABD7ACD264}"/>
              </a:ext>
            </a:extLst>
          </p:cNvPr>
          <p:cNvPicPr>
            <a:picLocks noGrp="1" noChangeAspect="1"/>
          </p:cNvPicPr>
          <p:nvPr>
            <p:ph type="pic" sz="quarter" idx="13"/>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4572000"/>
            <a:ext cx="12191999" cy="2286000"/>
          </a:xfrm>
          <a:noFill/>
        </p:spPr>
      </p:pic>
      <p:sp>
        <p:nvSpPr>
          <p:cNvPr id="4" name="Subtitle 3">
            <a:extLst>
              <a:ext uri="{FF2B5EF4-FFF2-40B4-BE49-F238E27FC236}">
                <a16:creationId xmlns:a16="http://schemas.microsoft.com/office/drawing/2014/main" id="{778AC6CA-478E-C9E1-D6DD-17E204C122EC}"/>
              </a:ext>
            </a:extLst>
          </p:cNvPr>
          <p:cNvSpPr>
            <a:spLocks noGrp="1"/>
          </p:cNvSpPr>
          <p:nvPr>
            <p:ph type="subTitle" idx="1"/>
          </p:nvPr>
        </p:nvSpPr>
        <p:spPr>
          <a:xfrm>
            <a:off x="1182582" y="4771572"/>
            <a:ext cx="5943600" cy="1188720"/>
          </a:xfrm>
        </p:spPr>
        <p:txBody>
          <a:bodyPr>
            <a:normAutofit fontScale="92500"/>
          </a:bodyPr>
          <a:lstStyle/>
          <a:p>
            <a:r>
              <a:rPr lang="en-US" dirty="0"/>
              <a:t>Presented by Mohammed Al-Qahtani, Samer Al-</a:t>
            </a:r>
            <a:r>
              <a:rPr lang="en-US"/>
              <a:t>Harbi, Ibrahim Al-Amari, Ibrahim Al-Sobhi, Ghalib Al-Harbi</a:t>
            </a:r>
          </a:p>
        </p:txBody>
      </p:sp>
      <p:sp>
        <p:nvSpPr>
          <p:cNvPr id="5" name="Text Placeholder 4">
            <a:extLst>
              <a:ext uri="{FF2B5EF4-FFF2-40B4-BE49-F238E27FC236}">
                <a16:creationId xmlns:a16="http://schemas.microsoft.com/office/drawing/2014/main" id="{7FD38764-F898-D8AF-E4FF-0B9533558F98}"/>
              </a:ext>
            </a:extLst>
          </p:cNvPr>
          <p:cNvSpPr>
            <a:spLocks noGrp="1"/>
          </p:cNvSpPr>
          <p:nvPr>
            <p:ph type="body" sz="quarter" idx="15"/>
          </p:nvPr>
        </p:nvSpPr>
        <p:spPr>
          <a:xfrm>
            <a:off x="9171930" y="5417288"/>
            <a:ext cx="1645920" cy="576072"/>
          </a:xfrm>
        </p:spPr>
        <p:txBody>
          <a:bodyPr/>
          <a:lstStyle/>
          <a:p>
            <a:r>
              <a:rPr lang="en-US"/>
              <a:t>4/24/2026</a:t>
            </a:r>
          </a:p>
        </p:txBody>
      </p:sp>
    </p:spTree>
    <p:extLst>
      <p:ext uri="{BB962C8B-B14F-4D97-AF65-F5344CB8AC3E}">
        <p14:creationId xmlns:p14="http://schemas.microsoft.com/office/powerpoint/2010/main" val="2039744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0564-F972-E203-EE35-C950B9CF336F}"/>
              </a:ext>
            </a:extLst>
          </p:cNvPr>
          <p:cNvSpPr>
            <a:spLocks noGrp="1"/>
          </p:cNvSpPr>
          <p:nvPr>
            <p:ph type="title"/>
          </p:nvPr>
        </p:nvSpPr>
        <p:spPr>
          <a:xfrm>
            <a:off x="584" y="3154872"/>
            <a:ext cx="4022600" cy="3019245"/>
          </a:xfrm>
        </p:spPr>
        <p:txBody>
          <a:bodyPr anchor="ctr">
            <a:normAutofit/>
          </a:bodyPr>
          <a:lstStyle/>
          <a:p>
            <a:pPr algn="ctr"/>
            <a:r>
              <a:rPr lang="en-US" sz="3600"/>
              <a:t>Introduction</a:t>
            </a:r>
            <a:endParaRPr lang="ar-SA" sz="3600"/>
          </a:p>
        </p:txBody>
      </p:sp>
      <p:pic>
        <p:nvPicPr>
          <p:cNvPr id="12" name="Picture Placeholder 11" descr="A close-up of clouds in the sky">
            <a:extLst>
              <a:ext uri="{FF2B5EF4-FFF2-40B4-BE49-F238E27FC236}">
                <a16:creationId xmlns:a16="http://schemas.microsoft.com/office/drawing/2014/main" id="{70FEB2CF-438C-9F4C-380C-DC90E74CD15A}"/>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30373658-2FC7-ACE2-A789-1E19C74F85A4}"/>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Storing files on a centralized server creates significant security vulnerabilities. When users upload unencrypted data, any </a:t>
            </a:r>
            <a:r>
              <a:rPr lang="en-US" sz="2400" b="1">
                <a:ea typeface="+mn-lt"/>
                <a:cs typeface="+mn-lt"/>
              </a:rPr>
              <a:t>compromise of the server exposes that data in plaintext to </a:t>
            </a:r>
            <a:r>
              <a:rPr lang="en-US" sz="2400" b="1" dirty="0">
                <a:ea typeface="+mn-lt"/>
                <a:cs typeface="+mn-lt"/>
              </a:rPr>
              <a:t>malicious actors. This project addresses the critical need to protect sensitive information from unauthorized access, ensuring privacy even if the server infrastructure or its administrators are compromised.</a:t>
            </a:r>
            <a:endParaRPr lang="ar-SA" b="1" dirty="0"/>
          </a:p>
          <a:p>
            <a:endParaRPr lang="en-US" sz="2400" dirty="0"/>
          </a:p>
          <a:p>
            <a:endParaRPr lang="en-US" sz="2400" b="1" dirty="0"/>
          </a:p>
        </p:txBody>
      </p:sp>
    </p:spTree>
    <p:extLst>
      <p:ext uri="{BB962C8B-B14F-4D97-AF65-F5344CB8AC3E}">
        <p14:creationId xmlns:p14="http://schemas.microsoft.com/office/powerpoint/2010/main" val="53897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F19B-73E0-36A5-1B13-0AF849171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11A4B-B7D6-8582-44E4-4945B90C8147}"/>
              </a:ext>
            </a:extLst>
          </p:cNvPr>
          <p:cNvSpPr>
            <a:spLocks noGrp="1"/>
          </p:cNvSpPr>
          <p:nvPr>
            <p:ph type="title"/>
          </p:nvPr>
        </p:nvSpPr>
        <p:spPr>
          <a:xfrm>
            <a:off x="584" y="3154872"/>
            <a:ext cx="4022600" cy="3019245"/>
          </a:xfrm>
        </p:spPr>
        <p:txBody>
          <a:bodyPr anchor="ctr">
            <a:normAutofit/>
          </a:bodyPr>
          <a:lstStyle/>
          <a:p>
            <a:pPr algn="ctr"/>
            <a:r>
              <a:rPr lang="en-US" sz="3600"/>
              <a:t>Zero-knowledge solution</a:t>
            </a:r>
          </a:p>
        </p:txBody>
      </p:sp>
      <p:pic>
        <p:nvPicPr>
          <p:cNvPr id="12" name="Picture Placeholder 11" descr="A close-up of clouds in the sky">
            <a:extLst>
              <a:ext uri="{FF2B5EF4-FFF2-40B4-BE49-F238E27FC236}">
                <a16:creationId xmlns:a16="http://schemas.microsoft.com/office/drawing/2014/main" id="{B2B6A570-665A-39EB-CAF5-8511E55003B8}"/>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A4427DDD-75F9-0577-DE50-06E988864F8D}"/>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The application implements a </a:t>
            </a:r>
            <a:r>
              <a:rPr lang="en-US" sz="2400" b="1" dirty="0">
                <a:solidFill>
                  <a:srgbClr val="FF0000"/>
                </a:solidFill>
                <a:ea typeface="+mn-lt"/>
                <a:cs typeface="+mn-lt"/>
              </a:rPr>
              <a:t>zero-knowledge architecture</a:t>
            </a:r>
            <a:r>
              <a:rPr lang="en-US" sz="2400" b="1" dirty="0">
                <a:ea typeface="+mn-lt"/>
                <a:cs typeface="+mn-lt"/>
              </a:rPr>
              <a:t> to protect user data. This security model ensures that the server never receives or stores plaintext files. All file data is fully encrypted on the user's local machine before any transmission occurs. Therefore, the server holds only scrambled, unreadable data, meaning it retains zero knowledge of the actual file contents.</a:t>
            </a:r>
            <a:endParaRPr lang="ar-SA" dirty="0"/>
          </a:p>
          <a:p>
            <a:endParaRPr lang="en-US" sz="2400" b="1" dirty="0">
              <a:ea typeface="+mn-lt"/>
              <a:cs typeface="+mn-lt"/>
            </a:endParaRPr>
          </a:p>
        </p:txBody>
      </p:sp>
    </p:spTree>
    <p:extLst>
      <p:ext uri="{BB962C8B-B14F-4D97-AF65-F5344CB8AC3E}">
        <p14:creationId xmlns:p14="http://schemas.microsoft.com/office/powerpoint/2010/main" val="4197527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DA8CC18-2C7C-9C7F-41C1-33143F7DF42D}"/>
              </a:ext>
            </a:extLst>
          </p:cNvPr>
          <p:cNvSpPr>
            <a:spLocks noGrp="1"/>
          </p:cNvSpPr>
          <p:nvPr>
            <p:ph type="ctrTitle"/>
          </p:nvPr>
        </p:nvSpPr>
        <p:spPr/>
        <p:txBody>
          <a:bodyPr>
            <a:normAutofit/>
          </a:bodyPr>
          <a:lstStyle/>
          <a:p>
            <a:r>
              <a:rPr lang="ar-SA" sz="3600"/>
              <a:t>User interface: Sign-IN</a:t>
            </a:r>
          </a:p>
        </p:txBody>
      </p:sp>
      <p:pic>
        <p:nvPicPr>
          <p:cNvPr id="5" name="عنصر نائب للصورة 4" descr="صورة تحتوي على نص, لقطة شاشة, برمجيات, برامج الوسائط المتعددة&#10;&#10;قد يكون المحتوى الذي تم إنشاؤه بواسطة الذكاء الاصطناعي غير صحيح.">
            <a:extLst>
              <a:ext uri="{FF2B5EF4-FFF2-40B4-BE49-F238E27FC236}">
                <a16:creationId xmlns:a16="http://schemas.microsoft.com/office/drawing/2014/main" id="{E7E765DF-716B-0110-D15E-49F6F62BE2F4}"/>
              </a:ext>
            </a:extLst>
          </p:cNvPr>
          <p:cNvPicPr>
            <a:picLocks noGrp="1" noChangeAspect="1"/>
          </p:cNvPicPr>
          <p:nvPr>
            <p:ph type="pic" sz="quarter" idx="13"/>
          </p:nvPr>
        </p:nvPicPr>
        <p:blipFill>
          <a:blip r:embed="rId2"/>
          <a:srcRect l="7885" r="7885"/>
          <a:stretch/>
        </p:blipFill>
        <p:spPr>
          <a:xfrm>
            <a:off x="5978143" y="627418"/>
            <a:ext cx="6213857" cy="5596128"/>
          </a:xfrm>
          <a:prstGeom prst="rect">
            <a:avLst/>
          </a:prstGeom>
          <a:blipFill dpi="0" rotWithShape="1">
            <a:blip r:embed="rId3" cstate="email">
              <a:alphaModFix amt="60000"/>
              <a:extLst>
                <a:ext uri="{28A0092B-C50C-407E-A947-70E740481C1C}">
                  <a14:useLocalDpi xmlns:a14="http://schemas.microsoft.com/office/drawing/2010/main"/>
                </a:ext>
              </a:extLst>
            </a:blip>
            <a:srcRect/>
            <a:stretch>
              <a:fillRect l="1" r="1"/>
            </a:stretch>
          </a:blipFill>
        </p:spPr>
      </p:pic>
    </p:spTree>
    <p:extLst>
      <p:ext uri="{BB962C8B-B14F-4D97-AF65-F5344CB8AC3E}">
        <p14:creationId xmlns:p14="http://schemas.microsoft.com/office/powerpoint/2010/main" val="315160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0345D-5E6C-FA0A-A873-0E5CEC3B4416}"/>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407D33A-4A9A-F754-57B5-4D9E4DA4CB3F}"/>
              </a:ext>
            </a:extLst>
          </p:cNvPr>
          <p:cNvSpPr>
            <a:spLocks noGrp="1"/>
          </p:cNvSpPr>
          <p:nvPr>
            <p:ph type="ctrTitle"/>
          </p:nvPr>
        </p:nvSpPr>
        <p:spPr/>
        <p:txBody>
          <a:bodyPr>
            <a:normAutofit/>
          </a:bodyPr>
          <a:lstStyle/>
          <a:p>
            <a:r>
              <a:rPr lang="ar-SA" sz="3600"/>
              <a:t>User interface: register</a:t>
            </a:r>
          </a:p>
        </p:txBody>
      </p:sp>
      <p:pic>
        <p:nvPicPr>
          <p:cNvPr id="6" name="عنصر نائب للصورة 5" descr="صورة تحتوي على نص, لقطة شاشة, برمجيات, برامج الوسائط المتعددة&#10;&#10;قد يكون المحتوى الذي تم إنشاؤه بواسطة الذكاء الاصطناعي غير صحيح.">
            <a:extLst>
              <a:ext uri="{FF2B5EF4-FFF2-40B4-BE49-F238E27FC236}">
                <a16:creationId xmlns:a16="http://schemas.microsoft.com/office/drawing/2014/main" id="{E4F48385-3B47-1702-2BA1-F9C8FF67EC25}"/>
              </a:ext>
            </a:extLst>
          </p:cNvPr>
          <p:cNvPicPr>
            <a:picLocks noGrp="1" noChangeAspect="1"/>
          </p:cNvPicPr>
          <p:nvPr>
            <p:ph type="pic" sz="quarter" idx="13"/>
          </p:nvPr>
        </p:nvPicPr>
        <p:blipFill>
          <a:blip r:embed="rId2"/>
          <a:srcRect l="7885" r="7885"/>
          <a:stretch/>
        </p:blipFill>
        <p:spPr>
          <a:xfrm>
            <a:off x="5976572" y="627418"/>
            <a:ext cx="6215428" cy="5596128"/>
          </a:xfrm>
          <a:prstGeom prst="rect">
            <a:avLst/>
          </a:prstGeom>
          <a:blipFill dpi="0" rotWithShape="1">
            <a:blip r:embed="rId3" cstate="email">
              <a:alphaModFix amt="60000"/>
              <a:extLst>
                <a:ext uri="{28A0092B-C50C-407E-A947-70E740481C1C}">
                  <a14:useLocalDpi xmlns:a14="http://schemas.microsoft.com/office/drawing/2010/main"/>
                </a:ext>
              </a:extLst>
            </a:blip>
            <a:srcRect/>
            <a:stretch>
              <a:fillRect l="1" r="1"/>
            </a:stretch>
          </a:blipFill>
        </p:spPr>
      </p:pic>
    </p:spTree>
    <p:extLst>
      <p:ext uri="{BB962C8B-B14F-4D97-AF65-F5344CB8AC3E}">
        <p14:creationId xmlns:p14="http://schemas.microsoft.com/office/powerpoint/2010/main" val="96016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E007-5AB0-B286-3514-1E360F99807D}"/>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7F87D74-C91B-DA37-D6A2-59D24016BBF8}"/>
              </a:ext>
            </a:extLst>
          </p:cNvPr>
          <p:cNvSpPr>
            <a:spLocks noGrp="1"/>
          </p:cNvSpPr>
          <p:nvPr>
            <p:ph type="ctrTitle"/>
          </p:nvPr>
        </p:nvSpPr>
        <p:spPr/>
        <p:txBody>
          <a:bodyPr>
            <a:normAutofit/>
          </a:bodyPr>
          <a:lstStyle/>
          <a:p>
            <a:r>
              <a:rPr lang="ar-SA" sz="3600"/>
              <a:t>User interface: dashboard</a:t>
            </a:r>
          </a:p>
        </p:txBody>
      </p:sp>
      <p:pic>
        <p:nvPicPr>
          <p:cNvPr id="6" name="عنصر نائب للصورة 5" descr="صورة تحتوي على نص, لقطة شاشة, برمجيات, برامج الوسائط المتعددة&#10;&#10;قد يكون المحتوى الذي تم إنشاؤه بواسطة الذكاء الاصطناعي غير صحيح.">
            <a:extLst>
              <a:ext uri="{FF2B5EF4-FFF2-40B4-BE49-F238E27FC236}">
                <a16:creationId xmlns:a16="http://schemas.microsoft.com/office/drawing/2014/main" id="{9DD2E848-8399-3924-E06C-C9334F1B8BE0}"/>
              </a:ext>
            </a:extLst>
          </p:cNvPr>
          <p:cNvPicPr>
            <a:picLocks noGrp="1" noChangeAspect="1"/>
          </p:cNvPicPr>
          <p:nvPr>
            <p:ph type="pic" sz="quarter" idx="13"/>
          </p:nvPr>
        </p:nvPicPr>
        <p:blipFill>
          <a:blip r:embed="rId2"/>
          <a:srcRect l="5357" r="5357"/>
          <a:stretch/>
        </p:blipFill>
        <p:spPr>
          <a:xfrm>
            <a:off x="5957280" y="627418"/>
            <a:ext cx="6234720" cy="5596128"/>
          </a:xfrm>
          <a:prstGeom prst="rect">
            <a:avLst/>
          </a:prstGeom>
          <a:blipFill dpi="0" rotWithShape="1">
            <a:blip r:embed="rId3" cstate="email">
              <a:alphaModFix amt="60000"/>
              <a:extLst>
                <a:ext uri="{28A0092B-C50C-407E-A947-70E740481C1C}">
                  <a14:useLocalDpi xmlns:a14="http://schemas.microsoft.com/office/drawing/2010/main"/>
                </a:ext>
              </a:extLst>
            </a:blip>
            <a:srcRect/>
            <a:stretch>
              <a:fillRect l="1" r="1"/>
            </a:stretch>
          </a:blipFill>
        </p:spPr>
      </p:pic>
    </p:spTree>
    <p:extLst>
      <p:ext uri="{BB962C8B-B14F-4D97-AF65-F5344CB8AC3E}">
        <p14:creationId xmlns:p14="http://schemas.microsoft.com/office/powerpoint/2010/main" val="380831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BF624-09A9-D5D7-FF9D-C9A8C8AB9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67AA0-9A1D-063F-262D-CE47B15A4FB4}"/>
              </a:ext>
            </a:extLst>
          </p:cNvPr>
          <p:cNvSpPr>
            <a:spLocks noGrp="1"/>
          </p:cNvSpPr>
          <p:nvPr>
            <p:ph type="title"/>
          </p:nvPr>
        </p:nvSpPr>
        <p:spPr>
          <a:xfrm>
            <a:off x="584" y="3154872"/>
            <a:ext cx="4022600" cy="3019245"/>
          </a:xfrm>
        </p:spPr>
        <p:txBody>
          <a:bodyPr anchor="ctr">
            <a:normAutofit/>
          </a:bodyPr>
          <a:lstStyle/>
          <a:p>
            <a:pPr algn="ctr"/>
            <a:r>
              <a:rPr lang="en-US" sz="3600">
                <a:ea typeface="+mj-lt"/>
                <a:cs typeface="+mj-lt"/>
              </a:rPr>
              <a:t>Identity Management &amp; Registration</a:t>
            </a:r>
            <a:endParaRPr lang="ar-SA"/>
          </a:p>
        </p:txBody>
      </p:sp>
      <p:pic>
        <p:nvPicPr>
          <p:cNvPr id="12" name="Picture Placeholder 11" descr="A close-up of clouds in the sky">
            <a:extLst>
              <a:ext uri="{FF2B5EF4-FFF2-40B4-BE49-F238E27FC236}">
                <a16:creationId xmlns:a16="http://schemas.microsoft.com/office/drawing/2014/main" id="{22BD1BD1-3F98-59C3-E983-71861C6F9D5A}"/>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7AE40487-2796-AD90-301B-F78F5D50CC69}"/>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t>The system requires users to establish a secure identity during registration by providing a username and a password. This user profile is securely transmitted and stored in the server's user database, acting as the foundation for the user's secure session.</a:t>
            </a:r>
            <a:endParaRPr lang="ar-SA" dirty="0"/>
          </a:p>
          <a:p>
            <a:endParaRPr lang="en-US" sz="2400" b="1" dirty="0"/>
          </a:p>
        </p:txBody>
      </p:sp>
    </p:spTree>
    <p:extLst>
      <p:ext uri="{BB962C8B-B14F-4D97-AF65-F5344CB8AC3E}">
        <p14:creationId xmlns:p14="http://schemas.microsoft.com/office/powerpoint/2010/main" val="3942910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CDEC-9F29-A566-8A0A-6E777E984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B896D-53E2-7CB1-B7EC-1FEED5F55EA7}"/>
              </a:ext>
            </a:extLst>
          </p:cNvPr>
          <p:cNvSpPr>
            <a:spLocks noGrp="1"/>
          </p:cNvSpPr>
          <p:nvPr>
            <p:ph type="title"/>
          </p:nvPr>
        </p:nvSpPr>
        <p:spPr>
          <a:xfrm>
            <a:off x="584" y="3154872"/>
            <a:ext cx="4022600" cy="3019245"/>
          </a:xfrm>
        </p:spPr>
        <p:txBody>
          <a:bodyPr anchor="ctr">
            <a:normAutofit/>
          </a:bodyPr>
          <a:lstStyle/>
          <a:p>
            <a:pPr algn="ctr"/>
            <a:r>
              <a:rPr lang="en-US" sz="3600">
                <a:ea typeface="+mj-lt"/>
                <a:cs typeface="+mj-lt"/>
              </a:rPr>
              <a:t>Password Complexity Rules</a:t>
            </a:r>
            <a:endParaRPr lang="ar-SA"/>
          </a:p>
        </p:txBody>
      </p:sp>
      <p:pic>
        <p:nvPicPr>
          <p:cNvPr id="12" name="Picture Placeholder 11" descr="A close-up of clouds in the sky">
            <a:extLst>
              <a:ext uri="{FF2B5EF4-FFF2-40B4-BE49-F238E27FC236}">
                <a16:creationId xmlns:a16="http://schemas.microsoft.com/office/drawing/2014/main" id="{0570C223-A9BB-8F65-E979-692CA5B6B8AB}"/>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46315F84-1B06-B327-81D1-1E20F6DA9C8E}"/>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To ensure the integrity of user accounts, the application strictly enforces password complexity rules during registration. The system verifies that every new password is a minimum of eight characters in length. Furthermore, it dynamically checks the input to ensure it contains at least one uppercase letter and at least one special character, effectively blocking weak credentials.</a:t>
            </a:r>
            <a:endParaRPr lang="ar-SA" dirty="0"/>
          </a:p>
          <a:p>
            <a:endParaRPr lang="en-US" sz="2400" b="1" dirty="0">
              <a:ea typeface="+mn-lt"/>
              <a:cs typeface="+mn-lt"/>
            </a:endParaRPr>
          </a:p>
        </p:txBody>
      </p:sp>
    </p:spTree>
    <p:extLst>
      <p:ext uri="{BB962C8B-B14F-4D97-AF65-F5344CB8AC3E}">
        <p14:creationId xmlns:p14="http://schemas.microsoft.com/office/powerpoint/2010/main" val="3631681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9889-5A1E-67BA-C345-68E4D6210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8D968-6EEC-7E6E-DF6A-6AF117BD361F}"/>
              </a:ext>
            </a:extLst>
          </p:cNvPr>
          <p:cNvSpPr>
            <a:spLocks noGrp="1"/>
          </p:cNvSpPr>
          <p:nvPr>
            <p:ph type="title"/>
          </p:nvPr>
        </p:nvSpPr>
        <p:spPr>
          <a:xfrm>
            <a:off x="584" y="3154872"/>
            <a:ext cx="4022600" cy="3019245"/>
          </a:xfrm>
        </p:spPr>
        <p:txBody>
          <a:bodyPr anchor="ctr">
            <a:normAutofit/>
          </a:bodyPr>
          <a:lstStyle/>
          <a:p>
            <a:pPr algn="ctr"/>
            <a:r>
              <a:rPr lang="en-US" sz="3600" dirty="0">
                <a:ea typeface="+mj-lt"/>
                <a:cs typeface="+mj-lt"/>
              </a:rPr>
              <a:t>Key Derivation Function</a:t>
            </a:r>
            <a:endParaRPr lang="ar-SA" dirty="0"/>
          </a:p>
        </p:txBody>
      </p:sp>
      <p:pic>
        <p:nvPicPr>
          <p:cNvPr id="12" name="Picture Placeholder 11" descr="A close-up of clouds in the sky">
            <a:extLst>
              <a:ext uri="{FF2B5EF4-FFF2-40B4-BE49-F238E27FC236}">
                <a16:creationId xmlns:a16="http://schemas.microsoft.com/office/drawing/2014/main" id="{CF3EEEB0-B617-DE47-31E7-1B1852C162BA}"/>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D157675D-5400-9B19-7AEB-C7CF6F84B1AD}"/>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The application explicitly avoids using raw passwords directly for encryption. Instead, it utilizes a Key Derivation Function (</a:t>
            </a:r>
            <a:r>
              <a:rPr lang="en-US" sz="2400" b="1" dirty="0">
                <a:solidFill>
                  <a:srgbClr val="FF0000"/>
                </a:solidFill>
                <a:ea typeface="+mn-lt"/>
                <a:cs typeface="+mn-lt"/>
              </a:rPr>
              <a:t>PBKDF2WithHmacSHA256</a:t>
            </a:r>
            <a:r>
              <a:rPr lang="en-US" sz="2400" b="1" dirty="0">
                <a:ea typeface="+mn-lt"/>
                <a:cs typeface="+mn-lt"/>
              </a:rPr>
              <a:t>) to transform the user's password into a secure cryptographic </a:t>
            </a:r>
            <a:r>
              <a:rPr lang="en-US" sz="2400" b="1" dirty="0">
                <a:solidFill>
                  <a:srgbClr val="FF0000"/>
                </a:solidFill>
                <a:ea typeface="+mn-lt"/>
                <a:cs typeface="+mn-lt"/>
              </a:rPr>
              <a:t>Key Encryption Key</a:t>
            </a:r>
            <a:r>
              <a:rPr lang="en-US" sz="2400" b="1" dirty="0">
                <a:ea typeface="+mn-lt"/>
                <a:cs typeface="+mn-lt"/>
              </a:rPr>
              <a:t> (</a:t>
            </a:r>
            <a:r>
              <a:rPr lang="en-US" sz="2400" b="1" dirty="0">
                <a:solidFill>
                  <a:srgbClr val="FF0000"/>
                </a:solidFill>
                <a:ea typeface="+mn-lt"/>
                <a:cs typeface="+mn-lt"/>
              </a:rPr>
              <a:t>KEK</a:t>
            </a:r>
            <a:r>
              <a:rPr lang="en-US" sz="2400" b="1" dirty="0">
                <a:ea typeface="+mn-lt"/>
                <a:cs typeface="+mn-lt"/>
              </a:rPr>
              <a:t>). For added security, once the key is derived, the application immediately uses </a:t>
            </a:r>
            <a:r>
              <a:rPr lang="en-US" sz="2400" b="1" dirty="0" err="1">
                <a:solidFill>
                  <a:srgbClr val="FF0000"/>
                </a:solidFill>
                <a:ea typeface="+mn-lt"/>
                <a:cs typeface="+mn-lt"/>
              </a:rPr>
              <a:t>Arrays.fill</a:t>
            </a:r>
            <a:r>
              <a:rPr lang="en-US" sz="2400" b="1" dirty="0">
                <a:ea typeface="+mn-lt"/>
                <a:cs typeface="+mn-lt"/>
              </a:rPr>
              <a:t> to overwrite the password characters in the computer's memory, preventing memory-dump attacks.</a:t>
            </a:r>
            <a:endParaRPr lang="ar-SA" dirty="0"/>
          </a:p>
          <a:p>
            <a:endParaRPr lang="en-US" sz="2400" b="1" dirty="0">
              <a:ea typeface="+mn-lt"/>
              <a:cs typeface="+mn-lt"/>
            </a:endParaRPr>
          </a:p>
        </p:txBody>
      </p:sp>
    </p:spTree>
    <p:extLst>
      <p:ext uri="{BB962C8B-B14F-4D97-AF65-F5344CB8AC3E}">
        <p14:creationId xmlns:p14="http://schemas.microsoft.com/office/powerpoint/2010/main" val="3730359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F557-DA10-AE70-8DA5-47B3C2728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F2ED5-66CA-F003-3DFF-AD02AF6E19DC}"/>
              </a:ext>
            </a:extLst>
          </p:cNvPr>
          <p:cNvSpPr>
            <a:spLocks noGrp="1"/>
          </p:cNvSpPr>
          <p:nvPr>
            <p:ph type="title"/>
          </p:nvPr>
        </p:nvSpPr>
        <p:spPr>
          <a:xfrm>
            <a:off x="-83050" y="3164165"/>
            <a:ext cx="4171282" cy="3019245"/>
          </a:xfrm>
        </p:spPr>
        <p:txBody>
          <a:bodyPr anchor="ctr">
            <a:normAutofit/>
          </a:bodyPr>
          <a:lstStyle/>
          <a:p>
            <a:pPr algn="ctr"/>
            <a:r>
              <a:rPr lang="en-US" sz="3600">
                <a:ea typeface="+mj-lt"/>
                <a:cs typeface="+mj-lt"/>
              </a:rPr>
              <a:t>The Role of the Salt and Iterations</a:t>
            </a:r>
            <a:endParaRPr lang="ar-SA"/>
          </a:p>
        </p:txBody>
      </p:sp>
      <p:pic>
        <p:nvPicPr>
          <p:cNvPr id="12" name="Picture Placeholder 11" descr="A close-up of clouds in the sky">
            <a:extLst>
              <a:ext uri="{FF2B5EF4-FFF2-40B4-BE49-F238E27FC236}">
                <a16:creationId xmlns:a16="http://schemas.microsoft.com/office/drawing/2014/main" id="{C3736B82-E6EB-3E34-4545-6AB6C591B258}"/>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32012B9C-6676-CCB3-571A-2A70F0DA9B58}"/>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solidFill>
                  <a:srgbClr val="000000"/>
                </a:solidFill>
                <a:ea typeface="+mn-lt"/>
                <a:cs typeface="+mn-lt"/>
              </a:rPr>
              <a:t>To fortify the derived Key Encryption Key against brute-force and dictionary attacks, the function incorporates two critical security layers. First, it introduces a 16-byte random "salt" to the password, ensuring that identical passwords result in completely different keys. Second, it runs the hashing algorithm through 600,000 iterations, adding computational delay that deters high-speed automated attacks.</a:t>
            </a:r>
            <a:endParaRPr lang="ar-SA" dirty="0">
              <a:solidFill>
                <a:srgbClr val="000000"/>
              </a:solidFill>
              <a:ea typeface="+mn-lt"/>
              <a:cs typeface="+mn-lt"/>
            </a:endParaRPr>
          </a:p>
        </p:txBody>
      </p:sp>
    </p:spTree>
    <p:extLst>
      <p:ext uri="{BB962C8B-B14F-4D97-AF65-F5344CB8AC3E}">
        <p14:creationId xmlns:p14="http://schemas.microsoft.com/office/powerpoint/2010/main" val="3012226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43F5-3588-6568-979E-319B04DF2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30EE0-C424-71A1-C522-A06764C494A7}"/>
              </a:ext>
            </a:extLst>
          </p:cNvPr>
          <p:cNvSpPr>
            <a:spLocks noGrp="1"/>
          </p:cNvSpPr>
          <p:nvPr>
            <p:ph type="title"/>
          </p:nvPr>
        </p:nvSpPr>
        <p:spPr>
          <a:xfrm>
            <a:off x="-424" y="3164165"/>
            <a:ext cx="3987668" cy="3019245"/>
          </a:xfrm>
        </p:spPr>
        <p:txBody>
          <a:bodyPr anchor="ctr">
            <a:normAutofit/>
          </a:bodyPr>
          <a:lstStyle/>
          <a:p>
            <a:pPr algn="ctr"/>
            <a:r>
              <a:rPr lang="en-US" sz="3600">
                <a:ea typeface="+mj-lt"/>
                <a:cs typeface="+mj-lt"/>
              </a:rPr>
              <a:t>Symmetric Encryption (AES-256)</a:t>
            </a:r>
            <a:endParaRPr lang="ar-SA"/>
          </a:p>
        </p:txBody>
      </p:sp>
      <p:pic>
        <p:nvPicPr>
          <p:cNvPr id="12" name="Picture Placeholder 11" descr="A close-up of clouds in the sky">
            <a:extLst>
              <a:ext uri="{FF2B5EF4-FFF2-40B4-BE49-F238E27FC236}">
                <a16:creationId xmlns:a16="http://schemas.microsoft.com/office/drawing/2014/main" id="{F4C964AF-A22A-F3F9-6E3F-6C744ABC4213}"/>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75F6FDDE-80CB-2411-366B-888E5AC9E2EC}"/>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solidFill>
                  <a:srgbClr val="000000"/>
                </a:solidFill>
                <a:ea typeface="+mn-lt"/>
                <a:cs typeface="+mn-lt"/>
              </a:rPr>
              <a:t>File data is secured using the Advanced Encryption Standard (AES). The system generates a highly secure 256-bit key length for file encryption. As a symmetric algorithm, the exact same mathematical key is required to both encrypt the file before uploading and decrypt the file after downloading. The system utilizes the </a:t>
            </a:r>
            <a:r>
              <a:rPr lang="en-US" sz="2400" b="1" dirty="0">
                <a:solidFill>
                  <a:srgbClr val="FF0000"/>
                </a:solidFill>
                <a:ea typeface="+mn-lt"/>
                <a:cs typeface="+mn-lt"/>
              </a:rPr>
              <a:t>AES/ECB/PKCS5Padding</a:t>
            </a:r>
            <a:r>
              <a:rPr lang="en-US" sz="2400" b="1" dirty="0">
                <a:solidFill>
                  <a:srgbClr val="000000"/>
                </a:solidFill>
                <a:ea typeface="+mn-lt"/>
                <a:cs typeface="+mn-lt"/>
              </a:rPr>
              <a:t> cipher configuration to handle the data transformation.</a:t>
            </a:r>
            <a:endParaRPr lang="ar-SA" dirty="0"/>
          </a:p>
          <a:p>
            <a:endParaRPr lang="en-US" sz="2400" b="1" dirty="0">
              <a:solidFill>
                <a:srgbClr val="000000"/>
              </a:solidFill>
              <a:ea typeface="+mn-lt"/>
              <a:cs typeface="+mn-lt"/>
            </a:endParaRPr>
          </a:p>
        </p:txBody>
      </p:sp>
    </p:spTree>
    <p:extLst>
      <p:ext uri="{BB962C8B-B14F-4D97-AF65-F5344CB8AC3E}">
        <p14:creationId xmlns:p14="http://schemas.microsoft.com/office/powerpoint/2010/main" val="3989886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D4E7-CF86-B7E9-E6BB-F14E5D7FD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FCDFF-3E40-021E-E0DE-908B3BF5E672}"/>
              </a:ext>
            </a:extLst>
          </p:cNvPr>
          <p:cNvSpPr>
            <a:spLocks noGrp="1"/>
          </p:cNvSpPr>
          <p:nvPr>
            <p:ph type="title"/>
          </p:nvPr>
        </p:nvSpPr>
        <p:spPr/>
        <p:txBody>
          <a:bodyPr anchor="ctr">
            <a:normAutofit/>
          </a:bodyPr>
          <a:lstStyle/>
          <a:p>
            <a:pPr algn="ctr"/>
            <a:r>
              <a:rPr lang="en-US" sz="3600">
                <a:ea typeface="+mj-lt"/>
                <a:cs typeface="+mj-lt"/>
              </a:rPr>
              <a:t>Symmetric Encryption (AES-256)</a:t>
            </a:r>
            <a:endParaRPr lang="ar-SA"/>
          </a:p>
        </p:txBody>
      </p:sp>
      <p:pic>
        <p:nvPicPr>
          <p:cNvPr id="3" name="صورة 2" descr="صورة تحتوي على نص, لقطة شاشة, رسم بياني&#10;&#10;قد يكون المحتوى الذي تم إنشاؤه بواسطة الذكاء الاصطناعي غير صحيح.">
            <a:extLst>
              <a:ext uri="{FF2B5EF4-FFF2-40B4-BE49-F238E27FC236}">
                <a16:creationId xmlns:a16="http://schemas.microsoft.com/office/drawing/2014/main" id="{107FDE30-48B0-5E4C-8B52-AD563CFCFE03}"/>
              </a:ext>
            </a:extLst>
          </p:cNvPr>
          <p:cNvPicPr>
            <a:picLocks noChangeAspect="1"/>
          </p:cNvPicPr>
          <p:nvPr/>
        </p:nvPicPr>
        <p:blipFill>
          <a:blip r:embed="rId2"/>
          <a:srcRect r="3412"/>
          <a:stretch>
            <a:fillRect/>
          </a:stretch>
        </p:blipFill>
        <p:spPr>
          <a:xfrm>
            <a:off x="1301070" y="1620456"/>
            <a:ext cx="9969875" cy="4668456"/>
          </a:xfrm>
          <a:prstGeom prst="rect">
            <a:avLst/>
          </a:prstGeom>
        </p:spPr>
      </p:pic>
    </p:spTree>
    <p:extLst>
      <p:ext uri="{BB962C8B-B14F-4D97-AF65-F5344CB8AC3E}">
        <p14:creationId xmlns:p14="http://schemas.microsoft.com/office/powerpoint/2010/main" val="349402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6097-EFA2-927D-C968-1A27AE071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B4B3C-7453-69C3-9F0A-5BC38298DE2B}"/>
              </a:ext>
            </a:extLst>
          </p:cNvPr>
          <p:cNvSpPr>
            <a:spLocks noGrp="1"/>
          </p:cNvSpPr>
          <p:nvPr>
            <p:ph type="title"/>
          </p:nvPr>
        </p:nvSpPr>
        <p:spPr>
          <a:xfrm>
            <a:off x="-424" y="3164165"/>
            <a:ext cx="3987668" cy="3019245"/>
          </a:xfrm>
        </p:spPr>
        <p:txBody>
          <a:bodyPr anchor="ctr">
            <a:normAutofit/>
          </a:bodyPr>
          <a:lstStyle/>
          <a:p>
            <a:pPr algn="ctr"/>
            <a:r>
              <a:rPr lang="en-US" sz="3600">
                <a:ea typeface="+mj-lt"/>
                <a:cs typeface="+mj-lt"/>
              </a:rPr>
              <a:t>Envelope Encryption Workflow</a:t>
            </a:r>
            <a:endParaRPr lang="ar-SA"/>
          </a:p>
        </p:txBody>
      </p:sp>
      <p:pic>
        <p:nvPicPr>
          <p:cNvPr id="12" name="Picture Placeholder 11" descr="A close-up of clouds in the sky">
            <a:extLst>
              <a:ext uri="{FF2B5EF4-FFF2-40B4-BE49-F238E27FC236}">
                <a16:creationId xmlns:a16="http://schemas.microsoft.com/office/drawing/2014/main" id="{442DCCB6-7DDF-5BB9-7B3A-17CE9BEA0CD3}"/>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0703534A-305F-5531-1AF0-F75ED0C8AC05}"/>
              </a:ext>
            </a:extLst>
          </p:cNvPr>
          <p:cNvSpPr>
            <a:spLocks noGrp="1"/>
          </p:cNvSpPr>
          <p:nvPr>
            <p:ph type="body" sz="quarter" idx="13"/>
          </p:nvPr>
        </p:nvSpPr>
        <p:spPr>
          <a:xfrm>
            <a:off x="4182713" y="2707078"/>
            <a:ext cx="8013576" cy="3921299"/>
          </a:xfrm>
        </p:spPr>
        <p:txBody>
          <a:bodyPr vert="horz" lIns="91440" tIns="45720" rIns="91440" bIns="45720" rtlCol="0" anchor="t">
            <a:normAutofit/>
          </a:bodyPr>
          <a:lstStyle/>
          <a:p>
            <a:r>
              <a:rPr lang="en-US" sz="2400" b="1" dirty="0">
                <a:solidFill>
                  <a:srgbClr val="000000"/>
                </a:solidFill>
                <a:ea typeface="+mn-lt"/>
                <a:cs typeface="+mn-lt"/>
              </a:rPr>
              <a:t>The application manages keys securely through an advanced Envelope Encryption process. When uploading a file, the client generates a massive </a:t>
            </a:r>
            <a:r>
              <a:rPr lang="en-US" sz="2400" b="1" dirty="0">
                <a:solidFill>
                  <a:srgbClr val="FF0000"/>
                </a:solidFill>
                <a:ea typeface="+mn-lt"/>
                <a:cs typeface="+mn-lt"/>
              </a:rPr>
              <a:t>64-byte Master File Key</a:t>
            </a:r>
            <a:r>
              <a:rPr lang="en-US" sz="2400" b="1" dirty="0">
                <a:solidFill>
                  <a:srgbClr val="000000"/>
                </a:solidFill>
                <a:ea typeface="+mn-lt"/>
                <a:cs typeface="+mn-lt"/>
              </a:rPr>
              <a:t>. This key is split into two halves: the first 32 bytes act as the</a:t>
            </a:r>
            <a:r>
              <a:rPr lang="en-US" sz="2400" b="1" dirty="0">
                <a:solidFill>
                  <a:srgbClr val="FF0000"/>
                </a:solidFill>
                <a:ea typeface="+mn-lt"/>
                <a:cs typeface="+mn-lt"/>
              </a:rPr>
              <a:t> AES encryption key</a:t>
            </a:r>
            <a:r>
              <a:rPr lang="en-US" sz="2400" b="1" dirty="0">
                <a:solidFill>
                  <a:srgbClr val="000000"/>
                </a:solidFill>
                <a:ea typeface="+mn-lt"/>
                <a:cs typeface="+mn-lt"/>
              </a:rPr>
              <a:t>, and the last 32 bytes act as an </a:t>
            </a:r>
            <a:r>
              <a:rPr lang="en-US" sz="2400" b="1" dirty="0">
                <a:solidFill>
                  <a:srgbClr val="FF0000"/>
                </a:solidFill>
                <a:ea typeface="+mn-lt"/>
                <a:cs typeface="+mn-lt"/>
              </a:rPr>
              <a:t>HMAC</a:t>
            </a:r>
            <a:r>
              <a:rPr lang="en-US" sz="2400" b="1" dirty="0">
                <a:ea typeface="+mn-lt"/>
                <a:cs typeface="+mn-lt"/>
              </a:rPr>
              <a:t>(Keyed-Hash Message Authentication Code) </a:t>
            </a:r>
            <a:r>
              <a:rPr lang="en-US" sz="2400" b="1" dirty="0">
                <a:solidFill>
                  <a:srgbClr val="FF0000"/>
                </a:solidFill>
                <a:ea typeface="+mn-lt"/>
                <a:cs typeface="+mn-lt"/>
              </a:rPr>
              <a:t>integrity key</a:t>
            </a:r>
            <a:r>
              <a:rPr lang="en-US" sz="2400" b="1" dirty="0">
                <a:solidFill>
                  <a:srgbClr val="000000"/>
                </a:solidFill>
                <a:ea typeface="+mn-lt"/>
                <a:cs typeface="+mn-lt"/>
              </a:rPr>
              <a:t>. The user's derived Key Encryption Key (KEK) is then used to encrypt this entire 64-byte Master File Key, wrapping it in a secure digital envelope.</a:t>
            </a:r>
            <a:endParaRPr lang="ar-SA" dirty="0"/>
          </a:p>
          <a:p>
            <a:endParaRPr lang="en-US" sz="2400" b="1" dirty="0">
              <a:solidFill>
                <a:srgbClr val="000000"/>
              </a:solidFill>
              <a:ea typeface="+mn-lt"/>
              <a:cs typeface="+mn-lt"/>
            </a:endParaRPr>
          </a:p>
        </p:txBody>
      </p:sp>
    </p:spTree>
    <p:extLst>
      <p:ext uri="{BB962C8B-B14F-4D97-AF65-F5344CB8AC3E}">
        <p14:creationId xmlns:p14="http://schemas.microsoft.com/office/powerpoint/2010/main" val="1746075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1799-B6A8-B68C-5EA5-D18968B96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DEE1A-FD11-9417-056E-91E5CB2E2996}"/>
              </a:ext>
            </a:extLst>
          </p:cNvPr>
          <p:cNvSpPr>
            <a:spLocks noGrp="1"/>
          </p:cNvSpPr>
          <p:nvPr>
            <p:ph type="title"/>
          </p:nvPr>
        </p:nvSpPr>
        <p:spPr/>
        <p:txBody>
          <a:bodyPr anchor="ctr">
            <a:normAutofit/>
          </a:bodyPr>
          <a:lstStyle/>
          <a:p>
            <a:pPr algn="ctr"/>
            <a:r>
              <a:rPr lang="en-US" sz="3600">
                <a:ea typeface="+mj-lt"/>
                <a:cs typeface="+mj-lt"/>
              </a:rPr>
              <a:t>Envelope Encryption Workflow</a:t>
            </a:r>
            <a:endParaRPr lang="ar-SA"/>
          </a:p>
        </p:txBody>
      </p:sp>
      <p:pic>
        <p:nvPicPr>
          <p:cNvPr id="4" name="صورة 3" descr="صورة تحتوي على نص, لقطة شاشة, رسم بياني, الخط&#10;&#10;قد يكون المحتوى الذي تم إنشاؤه بواسطة الذكاء الاصطناعي غير صحيح.">
            <a:extLst>
              <a:ext uri="{FF2B5EF4-FFF2-40B4-BE49-F238E27FC236}">
                <a16:creationId xmlns:a16="http://schemas.microsoft.com/office/drawing/2014/main" id="{DA80D7D2-1289-635B-5C94-DA71D612990F}"/>
              </a:ext>
            </a:extLst>
          </p:cNvPr>
          <p:cNvPicPr>
            <a:picLocks noChangeAspect="1"/>
          </p:cNvPicPr>
          <p:nvPr/>
        </p:nvPicPr>
        <p:blipFill>
          <a:blip r:embed="rId2"/>
          <a:stretch>
            <a:fillRect/>
          </a:stretch>
        </p:blipFill>
        <p:spPr>
          <a:xfrm>
            <a:off x="180363" y="1639750"/>
            <a:ext cx="11839575" cy="5086350"/>
          </a:xfrm>
          <a:prstGeom prst="rect">
            <a:avLst/>
          </a:prstGeom>
        </p:spPr>
      </p:pic>
    </p:spTree>
    <p:extLst>
      <p:ext uri="{BB962C8B-B14F-4D97-AF65-F5344CB8AC3E}">
        <p14:creationId xmlns:p14="http://schemas.microsoft.com/office/powerpoint/2010/main" val="22744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5C304-D013-B38D-0296-29148B7D1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3C5E2-D117-7511-BC79-CC4F9504504F}"/>
              </a:ext>
            </a:extLst>
          </p:cNvPr>
          <p:cNvSpPr>
            <a:spLocks noGrp="1"/>
          </p:cNvSpPr>
          <p:nvPr>
            <p:ph type="title"/>
          </p:nvPr>
        </p:nvSpPr>
        <p:spPr>
          <a:xfrm>
            <a:off x="-424" y="3164165"/>
            <a:ext cx="3987668" cy="3019245"/>
          </a:xfrm>
        </p:spPr>
        <p:txBody>
          <a:bodyPr anchor="ctr">
            <a:normAutofit/>
          </a:bodyPr>
          <a:lstStyle/>
          <a:p>
            <a:pPr algn="ctr"/>
            <a:r>
              <a:rPr lang="en-US" sz="3600">
                <a:ea typeface="+mj-lt"/>
                <a:cs typeface="+mj-lt"/>
              </a:rPr>
              <a:t>Memory Management (Chunking)</a:t>
            </a:r>
            <a:endParaRPr lang="ar-SA"/>
          </a:p>
        </p:txBody>
      </p:sp>
      <p:pic>
        <p:nvPicPr>
          <p:cNvPr id="12" name="Picture Placeholder 11" descr="A close-up of clouds in the sky">
            <a:extLst>
              <a:ext uri="{FF2B5EF4-FFF2-40B4-BE49-F238E27FC236}">
                <a16:creationId xmlns:a16="http://schemas.microsoft.com/office/drawing/2014/main" id="{2CFD4FF6-B308-DFC0-32B4-2D92FC5340E0}"/>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7F4793AE-3423-4BD4-AD79-06C4E206E7C9}"/>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a:solidFill>
                  <a:srgbClr val="000000"/>
                </a:solidFill>
                <a:ea typeface="+mn-lt"/>
                <a:cs typeface="+mn-lt"/>
              </a:rPr>
              <a:t>To ensure application stability when processing large files, the cryptographic engine utilizes a memory management technique called chunking. Instead of loading an entire file into the computer's memory at once, the </a:t>
            </a:r>
            <a:r>
              <a:rPr lang="en-US" sz="2400" b="1">
                <a:solidFill>
                  <a:srgbClr val="FF0000"/>
                </a:solidFill>
                <a:latin typeface="Goudy Old Style"/>
                <a:ea typeface="+mn-lt"/>
                <a:cs typeface="+mn-lt"/>
              </a:rPr>
              <a:t>FileInputStream</a:t>
            </a:r>
            <a:r>
              <a:rPr lang="en-US" sz="2400" b="1" dirty="0">
                <a:solidFill>
                  <a:srgbClr val="FF0000"/>
                </a:solidFill>
                <a:ea typeface="+mn-lt"/>
                <a:cs typeface="+mn-lt"/>
              </a:rPr>
              <a:t> </a:t>
            </a:r>
            <a:r>
              <a:rPr lang="en-US" sz="2400" b="1">
                <a:solidFill>
                  <a:srgbClr val="000000"/>
                </a:solidFill>
                <a:ea typeface="+mn-lt"/>
                <a:cs typeface="+mn-lt"/>
              </a:rPr>
              <a:t>and </a:t>
            </a:r>
            <a:r>
              <a:rPr lang="en-US" sz="2400" b="1">
                <a:solidFill>
                  <a:srgbClr val="FF0000"/>
                </a:solidFill>
                <a:latin typeface="Goudy Old Style"/>
                <a:ea typeface="+mn-lt"/>
                <a:cs typeface="+mn-lt"/>
              </a:rPr>
              <a:t>Cipher</a:t>
            </a:r>
            <a:r>
              <a:rPr lang="en-US" sz="2400" b="1" dirty="0">
                <a:solidFill>
                  <a:srgbClr val="FF0000"/>
                </a:solidFill>
                <a:ea typeface="+mn-lt"/>
                <a:cs typeface="+mn-lt"/>
              </a:rPr>
              <a:t> </a:t>
            </a:r>
            <a:r>
              <a:rPr lang="en-US" sz="2400" b="1">
                <a:solidFill>
                  <a:srgbClr val="000000"/>
                </a:solidFill>
                <a:ea typeface="+mn-lt"/>
                <a:cs typeface="+mn-lt"/>
              </a:rPr>
              <a:t>read and encrypt the data in distinct 4096-byte (4 KB) blocks. This prevents memory exhaustion and application crashes regardless of the file size.</a:t>
            </a:r>
            <a:endParaRPr lang="en-US"/>
          </a:p>
          <a:p>
            <a:endParaRPr lang="en-US" sz="2400" b="1" dirty="0">
              <a:solidFill>
                <a:srgbClr val="000000"/>
              </a:solidFill>
              <a:ea typeface="+mn-lt"/>
              <a:cs typeface="+mn-lt"/>
            </a:endParaRPr>
          </a:p>
        </p:txBody>
      </p:sp>
    </p:spTree>
    <p:extLst>
      <p:ext uri="{BB962C8B-B14F-4D97-AF65-F5344CB8AC3E}">
        <p14:creationId xmlns:p14="http://schemas.microsoft.com/office/powerpoint/2010/main" val="1700737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9DD15-56A3-FAF6-46D0-F233F94EF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5004D-D12F-D5F2-F3CB-F1A6D690EAF3}"/>
              </a:ext>
            </a:extLst>
          </p:cNvPr>
          <p:cNvSpPr>
            <a:spLocks noGrp="1"/>
          </p:cNvSpPr>
          <p:nvPr>
            <p:ph type="title"/>
          </p:nvPr>
        </p:nvSpPr>
        <p:spPr/>
        <p:txBody>
          <a:bodyPr anchor="ctr">
            <a:normAutofit/>
          </a:bodyPr>
          <a:lstStyle/>
          <a:p>
            <a:pPr algn="ctr"/>
            <a:r>
              <a:rPr lang="en-US" sz="3600">
                <a:ea typeface="+mj-lt"/>
                <a:cs typeface="+mj-lt"/>
              </a:rPr>
              <a:t>Memory management (chunking)</a:t>
            </a:r>
            <a:endParaRPr lang="ar-SA"/>
          </a:p>
        </p:txBody>
      </p:sp>
      <p:pic>
        <p:nvPicPr>
          <p:cNvPr id="4" name="صورة 3" descr="صورة تحتوي على نص, لقطة شاشة, رسم بياني, الخط&#10;&#10;قد يكون المحتوى الذي تم إنشاؤه بواسطة الذكاء الاصطناعي غير صحيح.">
            <a:extLst>
              <a:ext uri="{FF2B5EF4-FFF2-40B4-BE49-F238E27FC236}">
                <a16:creationId xmlns:a16="http://schemas.microsoft.com/office/drawing/2014/main" id="{FECF2777-99C2-E542-5687-B793CCA874E2}"/>
              </a:ext>
            </a:extLst>
          </p:cNvPr>
          <p:cNvPicPr>
            <a:picLocks noChangeAspect="1"/>
          </p:cNvPicPr>
          <p:nvPr/>
        </p:nvPicPr>
        <p:blipFill>
          <a:blip r:embed="rId2"/>
          <a:stretch>
            <a:fillRect/>
          </a:stretch>
        </p:blipFill>
        <p:spPr>
          <a:xfrm>
            <a:off x="285750" y="2073175"/>
            <a:ext cx="11620500" cy="3987934"/>
          </a:xfrm>
          <a:prstGeom prst="rect">
            <a:avLst/>
          </a:prstGeom>
        </p:spPr>
      </p:pic>
    </p:spTree>
    <p:extLst>
      <p:ext uri="{BB962C8B-B14F-4D97-AF65-F5344CB8AC3E}">
        <p14:creationId xmlns:p14="http://schemas.microsoft.com/office/powerpoint/2010/main" val="1935469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BCE52-FE70-0ECE-088F-89909F6D6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24AE4-02F8-875A-E396-6B740BB4AD61}"/>
              </a:ext>
            </a:extLst>
          </p:cNvPr>
          <p:cNvSpPr>
            <a:spLocks noGrp="1"/>
          </p:cNvSpPr>
          <p:nvPr>
            <p:ph type="title"/>
          </p:nvPr>
        </p:nvSpPr>
        <p:spPr>
          <a:xfrm>
            <a:off x="-424" y="3164165"/>
            <a:ext cx="3987668" cy="3019245"/>
          </a:xfrm>
        </p:spPr>
        <p:txBody>
          <a:bodyPr anchor="ctr">
            <a:normAutofit/>
          </a:bodyPr>
          <a:lstStyle/>
          <a:p>
            <a:pPr algn="ctr"/>
            <a:r>
              <a:rPr lang="en-US" sz="3600">
                <a:ea typeface="+mj-lt"/>
                <a:cs typeface="+mj-lt"/>
              </a:rPr>
              <a:t>The encoded metadata string</a:t>
            </a:r>
            <a:endParaRPr lang="ar-SA"/>
          </a:p>
        </p:txBody>
      </p:sp>
      <p:pic>
        <p:nvPicPr>
          <p:cNvPr id="12" name="Picture Placeholder 11" descr="A close-up of clouds in the sky">
            <a:extLst>
              <a:ext uri="{FF2B5EF4-FFF2-40B4-BE49-F238E27FC236}">
                <a16:creationId xmlns:a16="http://schemas.microsoft.com/office/drawing/2014/main" id="{C505D0FD-7F8B-6A27-9736-232CECD46E15}"/>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37B5F8B7-9397-DCBA-47E1-C097F50673FE}"/>
              </a:ext>
            </a:extLst>
          </p:cNvPr>
          <p:cNvSpPr>
            <a:spLocks noGrp="1"/>
          </p:cNvSpPr>
          <p:nvPr>
            <p:ph type="body" sz="quarter" idx="13"/>
          </p:nvPr>
        </p:nvSpPr>
        <p:spPr>
          <a:xfrm>
            <a:off x="4182713" y="2707078"/>
            <a:ext cx="8013576" cy="3823834"/>
          </a:xfrm>
        </p:spPr>
        <p:txBody>
          <a:bodyPr vert="horz" lIns="91440" tIns="45720" rIns="91440" bIns="45720" rtlCol="0" anchor="t">
            <a:normAutofit/>
          </a:bodyPr>
          <a:lstStyle/>
          <a:p>
            <a:r>
              <a:rPr lang="en-US" sz="2400" b="1" dirty="0">
                <a:ea typeface="+mn-lt"/>
                <a:cs typeface="+mn-lt"/>
              </a:rPr>
              <a:t>Instead of writing a custom header directly into the file, the application packages the necessary decryption parameters into a single Metadata String. The system takes the </a:t>
            </a:r>
            <a:r>
              <a:rPr lang="en-US" sz="2400" b="1" dirty="0">
                <a:solidFill>
                  <a:srgbClr val="FF0000"/>
                </a:solidFill>
                <a:ea typeface="+mn-lt"/>
                <a:cs typeface="+mn-lt"/>
              </a:rPr>
              <a:t>original file name</a:t>
            </a:r>
            <a:r>
              <a:rPr lang="en-US" sz="2400" b="1" dirty="0">
                <a:ea typeface="+mn-lt"/>
                <a:cs typeface="+mn-lt"/>
              </a:rPr>
              <a:t>, the </a:t>
            </a:r>
            <a:r>
              <a:rPr lang="en-US" sz="2400" b="1" dirty="0">
                <a:solidFill>
                  <a:srgbClr val="FF0000"/>
                </a:solidFill>
                <a:ea typeface="+mn-lt"/>
                <a:cs typeface="+mn-lt"/>
              </a:rPr>
              <a:t>16-byte salt</a:t>
            </a:r>
            <a:r>
              <a:rPr lang="en-US" sz="2400" b="1" dirty="0">
                <a:ea typeface="+mn-lt"/>
                <a:cs typeface="+mn-lt"/>
              </a:rPr>
              <a:t>, the </a:t>
            </a:r>
            <a:r>
              <a:rPr lang="en-US" sz="2400" b="1" dirty="0">
                <a:solidFill>
                  <a:srgbClr val="FF0000"/>
                </a:solidFill>
                <a:ea typeface="+mn-lt"/>
                <a:cs typeface="+mn-lt"/>
              </a:rPr>
              <a:t>encrypted 64-byte Master File Key</a:t>
            </a:r>
            <a:r>
              <a:rPr lang="en-US" sz="2400" b="1" dirty="0">
                <a:ea typeface="+mn-lt"/>
                <a:cs typeface="+mn-lt"/>
              </a:rPr>
              <a:t>, and the file's </a:t>
            </a:r>
            <a:r>
              <a:rPr lang="en-US" sz="2400" b="1" dirty="0">
                <a:solidFill>
                  <a:srgbClr val="FF0000"/>
                </a:solidFill>
                <a:ea typeface="+mn-lt"/>
                <a:cs typeface="+mn-lt"/>
              </a:rPr>
              <a:t>digital signature</a:t>
            </a:r>
            <a:r>
              <a:rPr lang="en-US" sz="2400" b="1" dirty="0">
                <a:ea typeface="+mn-lt"/>
                <a:cs typeface="+mn-lt"/>
              </a:rPr>
              <a:t>, encodes them into Base64 format, and separates them with double colons (</a:t>
            </a:r>
            <a:r>
              <a:rPr lang="en-US" sz="2400" b="1" dirty="0">
                <a:solidFill>
                  <a:srgbClr val="FF0000"/>
                </a:solidFill>
                <a:ea typeface="+mn-lt"/>
                <a:cs typeface="+mn-lt"/>
              </a:rPr>
              <a:t>::</a:t>
            </a:r>
            <a:r>
              <a:rPr lang="en-US" sz="2400" b="1" dirty="0">
                <a:ea typeface="+mn-lt"/>
                <a:cs typeface="+mn-lt"/>
              </a:rPr>
              <a:t>). This string is sent to the server alongside the encrypted file blob.</a:t>
            </a:r>
            <a:endParaRPr lang="ar-SA" dirty="0"/>
          </a:p>
          <a:p>
            <a:endParaRPr lang="en-US" sz="2400" b="1" dirty="0">
              <a:ea typeface="+mn-lt"/>
              <a:cs typeface="+mn-lt"/>
            </a:endParaRPr>
          </a:p>
          <a:p>
            <a:endParaRPr lang="en-US" sz="2400" b="1" dirty="0">
              <a:ea typeface="+mn-lt"/>
              <a:cs typeface="+mn-lt"/>
            </a:endParaRPr>
          </a:p>
          <a:p>
            <a:endParaRPr lang="en-US" sz="2400" b="1" dirty="0">
              <a:solidFill>
                <a:srgbClr val="000000"/>
              </a:solidFill>
              <a:ea typeface="+mn-lt"/>
              <a:cs typeface="+mn-lt"/>
            </a:endParaRPr>
          </a:p>
        </p:txBody>
      </p:sp>
    </p:spTree>
    <p:extLst>
      <p:ext uri="{BB962C8B-B14F-4D97-AF65-F5344CB8AC3E}">
        <p14:creationId xmlns:p14="http://schemas.microsoft.com/office/powerpoint/2010/main" val="414131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CB3C-DB9A-809A-AD41-A2F8B546B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46D7A-F856-2CCC-EF52-C12017A9BB7D}"/>
              </a:ext>
            </a:extLst>
          </p:cNvPr>
          <p:cNvSpPr>
            <a:spLocks noGrp="1"/>
          </p:cNvSpPr>
          <p:nvPr>
            <p:ph type="title"/>
          </p:nvPr>
        </p:nvSpPr>
        <p:spPr>
          <a:xfrm>
            <a:off x="-424" y="3164165"/>
            <a:ext cx="4106377" cy="3028105"/>
          </a:xfrm>
        </p:spPr>
        <p:txBody>
          <a:bodyPr anchor="ctr">
            <a:normAutofit/>
          </a:bodyPr>
          <a:lstStyle/>
          <a:p>
            <a:pPr algn="ctr"/>
            <a:r>
              <a:rPr lang="en-US" sz="3400" dirty="0">
                <a:ea typeface="+mj-lt"/>
                <a:cs typeface="+mj-lt"/>
              </a:rPr>
              <a:t>Cryptographic Message </a:t>
            </a:r>
            <a:r>
              <a:rPr lang="en-US" sz="3400">
                <a:ea typeface="+mj-lt"/>
                <a:cs typeface="+mj-lt"/>
              </a:rPr>
              <a:t>Authentication (HMAC)</a:t>
            </a:r>
            <a:endParaRPr lang="ar-SA" sz="3400"/>
          </a:p>
        </p:txBody>
      </p:sp>
      <p:pic>
        <p:nvPicPr>
          <p:cNvPr id="12" name="Picture Placeholder 11" descr="A close-up of clouds in the sky">
            <a:extLst>
              <a:ext uri="{FF2B5EF4-FFF2-40B4-BE49-F238E27FC236}">
                <a16:creationId xmlns:a16="http://schemas.microsoft.com/office/drawing/2014/main" id="{724D3C64-FC7A-0218-52EE-F777920605D8}"/>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5DE249B1-A191-02D8-94BD-AFD1D6380B38}"/>
              </a:ext>
            </a:extLst>
          </p:cNvPr>
          <p:cNvSpPr>
            <a:spLocks noGrp="1"/>
          </p:cNvSpPr>
          <p:nvPr>
            <p:ph type="body" sz="quarter" idx="13"/>
          </p:nvPr>
        </p:nvSpPr>
        <p:spPr>
          <a:xfrm>
            <a:off x="4182713" y="2707078"/>
            <a:ext cx="8013576" cy="4080787"/>
          </a:xfrm>
        </p:spPr>
        <p:txBody>
          <a:bodyPr vert="horz" lIns="91440" tIns="45720" rIns="91440" bIns="45720" rtlCol="0" anchor="t">
            <a:noAutofit/>
          </a:bodyPr>
          <a:lstStyle/>
          <a:p>
            <a:r>
              <a:rPr lang="en-US" sz="2200" b="1" dirty="0">
                <a:ea typeface="+mn-lt"/>
                <a:cs typeface="+mn-lt"/>
              </a:rPr>
              <a:t>To guarantee that a file is never maliciously altered, the system utilizes a </a:t>
            </a:r>
            <a:r>
              <a:rPr lang="en-US" sz="2200" b="1" dirty="0">
                <a:solidFill>
                  <a:srgbClr val="FF0000"/>
                </a:solidFill>
                <a:ea typeface="+mn-lt"/>
                <a:cs typeface="+mn-lt"/>
              </a:rPr>
              <a:t>Keyed-Hash Message Authentication Code</a:t>
            </a:r>
            <a:r>
              <a:rPr lang="en-US" sz="2200" b="1" dirty="0">
                <a:ea typeface="+mn-lt"/>
                <a:cs typeface="+mn-lt"/>
              </a:rPr>
              <a:t> (</a:t>
            </a:r>
            <a:r>
              <a:rPr lang="en-US" sz="2200" b="1" dirty="0">
                <a:solidFill>
                  <a:srgbClr val="FF0000"/>
                </a:solidFill>
                <a:ea typeface="+mn-lt"/>
                <a:cs typeface="+mn-lt"/>
              </a:rPr>
              <a:t>HMAC-SHA256</a:t>
            </a:r>
            <a:r>
              <a:rPr lang="en-US" sz="2200" b="1" dirty="0">
                <a:ea typeface="+mn-lt"/>
                <a:cs typeface="+mn-lt"/>
              </a:rPr>
              <a:t>). When a file is uploaded, the cryptographic engine uses the second half of the 64-byte Master File Key as a dedicated secret key to generate a unique digital signature for the file data. This ensures that a malicious actor cannot tamper with the encrypted file and simply recalculate a matching checksum, because generating a valid HMAC signature is mathematically impossible without possessing that specific secret key.</a:t>
            </a:r>
            <a:endParaRPr lang="ar-SA" sz="2200" dirty="0"/>
          </a:p>
          <a:p>
            <a:endParaRPr lang="en-US" sz="2400" b="1" dirty="0">
              <a:ea typeface="+mn-lt"/>
              <a:cs typeface="+mn-lt"/>
            </a:endParaRPr>
          </a:p>
          <a:p>
            <a:endParaRPr lang="en-US" sz="2400" b="1" dirty="0">
              <a:ea typeface="+mn-lt"/>
              <a:cs typeface="+mn-lt"/>
            </a:endParaRPr>
          </a:p>
          <a:p>
            <a:endParaRPr lang="en-US" sz="2400" b="1" dirty="0">
              <a:solidFill>
                <a:srgbClr val="000000"/>
              </a:solidFill>
              <a:ea typeface="+mn-lt"/>
              <a:cs typeface="+mn-lt"/>
            </a:endParaRPr>
          </a:p>
        </p:txBody>
      </p:sp>
    </p:spTree>
    <p:extLst>
      <p:ext uri="{BB962C8B-B14F-4D97-AF65-F5344CB8AC3E}">
        <p14:creationId xmlns:p14="http://schemas.microsoft.com/office/powerpoint/2010/main" val="4041755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46B55-EF2A-1E9E-71DB-16487BF30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CEBD0-3CAE-25B8-C462-1AFDBB01431F}"/>
              </a:ext>
            </a:extLst>
          </p:cNvPr>
          <p:cNvSpPr>
            <a:spLocks noGrp="1"/>
          </p:cNvSpPr>
          <p:nvPr>
            <p:ph type="title"/>
          </p:nvPr>
        </p:nvSpPr>
        <p:spPr/>
        <p:txBody>
          <a:bodyPr vert="horz" lIns="91440" tIns="45720" rIns="91440" bIns="45720" rtlCol="0" anchor="ctr" anchorCtr="0">
            <a:noAutofit/>
          </a:bodyPr>
          <a:lstStyle/>
          <a:p>
            <a:pPr algn="ctr"/>
            <a:br>
              <a:rPr lang="en-US" sz="3600" dirty="0">
                <a:ea typeface="+mj-lt"/>
                <a:cs typeface="+mj-lt"/>
              </a:rPr>
            </a:br>
            <a:r>
              <a:rPr lang="en-US" sz="3600">
                <a:ea typeface="+mj-lt"/>
                <a:cs typeface="+mj-lt"/>
              </a:rPr>
              <a:t>Cryptographic Message Authentication (HMAC)</a:t>
            </a:r>
            <a:endParaRPr lang="ar-SA" sz="3600"/>
          </a:p>
          <a:p>
            <a:pPr algn="ctr"/>
            <a:endParaRPr lang="en-US" sz="3600"/>
          </a:p>
        </p:txBody>
      </p:sp>
      <p:pic>
        <p:nvPicPr>
          <p:cNvPr id="4" name="صورة 3" descr="صورة تحتوي على نص, لقطة شاشة, رسم بياني, الخط&#10;&#10;قد يكون المحتوى الذي تم إنشاؤه بواسطة الذكاء الاصطناعي غير صحيح.">
            <a:extLst>
              <a:ext uri="{FF2B5EF4-FFF2-40B4-BE49-F238E27FC236}">
                <a16:creationId xmlns:a16="http://schemas.microsoft.com/office/drawing/2014/main" id="{EE8E3431-CB84-C9DD-5951-DECF59C90216}"/>
              </a:ext>
            </a:extLst>
          </p:cNvPr>
          <p:cNvPicPr>
            <a:picLocks noChangeAspect="1"/>
          </p:cNvPicPr>
          <p:nvPr/>
        </p:nvPicPr>
        <p:blipFill>
          <a:blip r:embed="rId2"/>
          <a:stretch>
            <a:fillRect/>
          </a:stretch>
        </p:blipFill>
        <p:spPr>
          <a:xfrm>
            <a:off x="131421" y="1714862"/>
            <a:ext cx="11620500" cy="5010150"/>
          </a:xfrm>
          <a:prstGeom prst="rect">
            <a:avLst/>
          </a:prstGeom>
        </p:spPr>
      </p:pic>
    </p:spTree>
    <p:extLst>
      <p:ext uri="{BB962C8B-B14F-4D97-AF65-F5344CB8AC3E}">
        <p14:creationId xmlns:p14="http://schemas.microsoft.com/office/powerpoint/2010/main" val="570299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203A8-6286-FABF-D985-51AFA99B1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39E68-2E66-BAB0-570E-EB3F3A1D816F}"/>
              </a:ext>
            </a:extLst>
          </p:cNvPr>
          <p:cNvSpPr>
            <a:spLocks noGrp="1"/>
          </p:cNvSpPr>
          <p:nvPr>
            <p:ph type="title"/>
          </p:nvPr>
        </p:nvSpPr>
        <p:spPr>
          <a:xfrm>
            <a:off x="-424" y="3164165"/>
            <a:ext cx="4088655" cy="3019245"/>
          </a:xfrm>
        </p:spPr>
        <p:txBody>
          <a:bodyPr anchor="ctr">
            <a:normAutofit/>
          </a:bodyPr>
          <a:lstStyle/>
          <a:p>
            <a:pPr algn="ctr"/>
            <a:r>
              <a:rPr lang="en-US" sz="3600">
                <a:ea typeface="+mj-lt"/>
                <a:cs typeface="+mj-lt"/>
              </a:rPr>
              <a:t>Simulating an Attack (Tamper Verification)</a:t>
            </a:r>
            <a:endParaRPr lang="ar-SA">
              <a:ea typeface="+mj-lt"/>
              <a:cs typeface="+mj-lt"/>
            </a:endParaRPr>
          </a:p>
        </p:txBody>
      </p:sp>
      <p:pic>
        <p:nvPicPr>
          <p:cNvPr id="12" name="Picture Placeholder 11" descr="A close-up of clouds in the sky">
            <a:extLst>
              <a:ext uri="{FF2B5EF4-FFF2-40B4-BE49-F238E27FC236}">
                <a16:creationId xmlns:a16="http://schemas.microsoft.com/office/drawing/2014/main" id="{933B9EC0-CDFF-43FD-1E46-13249DF7560C}"/>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2FAE02DE-0D2C-F1ED-20CC-A5B8FE8F0633}"/>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Upon downloading and decrypting a file, the application calculates a new </a:t>
            </a:r>
            <a:r>
              <a:rPr lang="en-US" sz="2400" b="1" dirty="0">
                <a:solidFill>
                  <a:srgbClr val="FF0000"/>
                </a:solidFill>
                <a:ea typeface="+mn-lt"/>
                <a:cs typeface="+mn-lt"/>
              </a:rPr>
              <a:t>HMAC signature</a:t>
            </a:r>
            <a:r>
              <a:rPr lang="en-US" sz="2400" b="1" dirty="0">
                <a:ea typeface="+mn-lt"/>
                <a:cs typeface="+mn-lt"/>
              </a:rPr>
              <a:t> of the output using the secure HMAC key. It then compares this new signature to the original HMAC stored in the server's metadata. If the file was tampered with during transit, the signatures will fail to match. The system immediately catches this, throws an "</a:t>
            </a:r>
            <a:r>
              <a:rPr lang="en-US" sz="2400" b="1" dirty="0">
                <a:solidFill>
                  <a:srgbClr val="FF0000"/>
                </a:solidFill>
                <a:ea typeface="+mn-lt"/>
                <a:cs typeface="+mn-lt"/>
              </a:rPr>
              <a:t>Integrity Check Failed</a:t>
            </a:r>
            <a:r>
              <a:rPr lang="en-US" sz="2400" b="1" dirty="0">
                <a:ea typeface="+mn-lt"/>
                <a:cs typeface="+mn-lt"/>
              </a:rPr>
              <a:t>" alert to the user, and automatically </a:t>
            </a:r>
            <a:r>
              <a:rPr lang="en-US" sz="2400" b="1" dirty="0">
                <a:solidFill>
                  <a:srgbClr val="FF0000"/>
                </a:solidFill>
                <a:ea typeface="+mn-lt"/>
                <a:cs typeface="+mn-lt"/>
              </a:rPr>
              <a:t>deletes</a:t>
            </a:r>
            <a:r>
              <a:rPr lang="en-US" sz="2400" b="1" dirty="0">
                <a:ea typeface="+mn-lt"/>
                <a:cs typeface="+mn-lt"/>
              </a:rPr>
              <a:t> the compromised file.</a:t>
            </a:r>
            <a:endParaRPr lang="en-US" dirty="0"/>
          </a:p>
          <a:p>
            <a:endParaRPr lang="en-US" sz="2400" b="1" dirty="0">
              <a:ea typeface="+mn-lt"/>
              <a:cs typeface="+mn-lt"/>
            </a:endParaRPr>
          </a:p>
          <a:p>
            <a:endParaRPr lang="en-US" sz="2400" b="1" dirty="0">
              <a:ea typeface="+mn-lt"/>
              <a:cs typeface="+mn-lt"/>
            </a:endParaRPr>
          </a:p>
          <a:p>
            <a:endParaRPr lang="en-US" sz="2400" b="1" dirty="0">
              <a:solidFill>
                <a:srgbClr val="000000"/>
              </a:solidFill>
              <a:ea typeface="+mn-lt"/>
              <a:cs typeface="+mn-lt"/>
            </a:endParaRPr>
          </a:p>
        </p:txBody>
      </p:sp>
    </p:spTree>
    <p:extLst>
      <p:ext uri="{BB962C8B-B14F-4D97-AF65-F5344CB8AC3E}">
        <p14:creationId xmlns:p14="http://schemas.microsoft.com/office/powerpoint/2010/main" val="2426577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55910-A510-485D-5157-1D2778492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A099D-B4F0-C59F-7270-C075AF45F386}"/>
              </a:ext>
            </a:extLst>
          </p:cNvPr>
          <p:cNvSpPr>
            <a:spLocks noGrp="1"/>
          </p:cNvSpPr>
          <p:nvPr>
            <p:ph type="title"/>
          </p:nvPr>
        </p:nvSpPr>
        <p:spPr>
          <a:xfrm>
            <a:off x="-424" y="3164165"/>
            <a:ext cx="4088655" cy="3019245"/>
          </a:xfrm>
        </p:spPr>
        <p:txBody>
          <a:bodyPr anchor="ctr">
            <a:normAutofit/>
          </a:bodyPr>
          <a:lstStyle/>
          <a:p>
            <a:pPr algn="ctr"/>
            <a:r>
              <a:rPr lang="en-US" sz="3600">
                <a:ea typeface="+mj-lt"/>
                <a:cs typeface="+mj-lt"/>
              </a:rPr>
              <a:t>The Simulated Backend</a:t>
            </a:r>
            <a:endParaRPr lang="ar-SA"/>
          </a:p>
        </p:txBody>
      </p:sp>
      <p:pic>
        <p:nvPicPr>
          <p:cNvPr id="12" name="Picture Placeholder 11" descr="A close-up of clouds in the sky">
            <a:extLst>
              <a:ext uri="{FF2B5EF4-FFF2-40B4-BE49-F238E27FC236}">
                <a16:creationId xmlns:a16="http://schemas.microsoft.com/office/drawing/2014/main" id="{F5717951-1DED-FC77-D722-ADA982116180}"/>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BCFA6150-610E-5D44-49D4-AACEFFC263B3}"/>
              </a:ext>
            </a:extLst>
          </p:cNvPr>
          <p:cNvSpPr>
            <a:spLocks noGrp="1"/>
          </p:cNvSpPr>
          <p:nvPr>
            <p:ph type="body" sz="quarter" idx="13"/>
          </p:nvPr>
        </p:nvSpPr>
        <p:spPr>
          <a:xfrm>
            <a:off x="4182713" y="2707078"/>
            <a:ext cx="8004716" cy="3708648"/>
          </a:xfrm>
        </p:spPr>
        <p:txBody>
          <a:bodyPr vert="horz" lIns="91440" tIns="45720" rIns="91440" bIns="45720" rtlCol="0" anchor="t">
            <a:normAutofit/>
          </a:bodyPr>
          <a:lstStyle/>
          <a:p>
            <a:r>
              <a:rPr lang="en-US" sz="2400" b="1" dirty="0">
                <a:ea typeface="+mn-lt"/>
                <a:cs typeface="+mn-lt"/>
              </a:rPr>
              <a:t>The server component is intentionally lightweight and utilizes Java </a:t>
            </a:r>
            <a:r>
              <a:rPr lang="en-US" sz="2400" b="1" dirty="0">
                <a:solidFill>
                  <a:srgbClr val="FF0000"/>
                </a:solidFill>
                <a:ea typeface="+mn-lt"/>
                <a:cs typeface="+mn-lt"/>
              </a:rPr>
              <a:t>HashMap </a:t>
            </a:r>
            <a:r>
              <a:rPr lang="en-US" sz="2400" b="1" dirty="0">
                <a:ea typeface="+mn-lt"/>
                <a:cs typeface="+mn-lt"/>
              </a:rPr>
              <a:t>data structures to simulate a secure backend database. It maintains one registry to map usernames to their hashed passwords. A separate vault map is responsible for storing the </a:t>
            </a:r>
            <a:r>
              <a:rPr lang="en-US" sz="2400" b="1" dirty="0" err="1">
                <a:solidFill>
                  <a:srgbClr val="FF0000"/>
                </a:solidFill>
                <a:ea typeface="+mn-lt"/>
                <a:cs typeface="+mn-lt"/>
              </a:rPr>
              <a:t>StoredVaultFile</a:t>
            </a:r>
            <a:r>
              <a:rPr lang="en-US" sz="2400" b="1" dirty="0">
                <a:solidFill>
                  <a:srgbClr val="FF0000"/>
                </a:solidFill>
                <a:ea typeface="+mn-lt"/>
                <a:cs typeface="+mn-lt"/>
              </a:rPr>
              <a:t> </a:t>
            </a:r>
            <a:r>
              <a:rPr lang="en-US" sz="2400" b="1" dirty="0">
                <a:ea typeface="+mn-lt"/>
                <a:cs typeface="+mn-lt"/>
              </a:rPr>
              <a:t>objects, containing only the raw encrypted file blobs and the Base64-encoded metadata strings, indexed by unique </a:t>
            </a:r>
            <a:r>
              <a:rPr lang="en-US" sz="2400" b="1" dirty="0">
                <a:solidFill>
                  <a:srgbClr val="FF0000"/>
                </a:solidFill>
                <a:ea typeface="+mn-lt"/>
                <a:cs typeface="+mn-lt"/>
              </a:rPr>
              <a:t>UUID</a:t>
            </a:r>
            <a:r>
              <a:rPr lang="en-US" sz="2400" b="1" dirty="0">
                <a:ea typeface="+mn-lt"/>
                <a:cs typeface="+mn-lt"/>
              </a:rPr>
              <a:t>s(</a:t>
            </a:r>
            <a:r>
              <a:rPr lang="en-US" sz="2400" b="1" dirty="0">
                <a:solidFill>
                  <a:srgbClr val="FF0000"/>
                </a:solidFill>
                <a:ea typeface="+mn-lt"/>
                <a:cs typeface="+mn-lt"/>
              </a:rPr>
              <a:t>Universally Unique Identifier</a:t>
            </a:r>
            <a:r>
              <a:rPr lang="en-US" sz="2400" b="1" dirty="0">
                <a:ea typeface="+mn-lt"/>
                <a:cs typeface="+mn-lt"/>
              </a:rPr>
              <a:t>).</a:t>
            </a:r>
            <a:endParaRPr lang="ar-SA" dirty="0"/>
          </a:p>
          <a:p>
            <a:endParaRPr lang="en-US" sz="2400" b="1" dirty="0">
              <a:ea typeface="+mn-lt"/>
              <a:cs typeface="+mn-lt"/>
            </a:endParaRPr>
          </a:p>
          <a:p>
            <a:endParaRPr lang="en-US" sz="2400" b="1">
              <a:ea typeface="+mn-lt"/>
              <a:cs typeface="+mn-lt"/>
            </a:endParaRPr>
          </a:p>
          <a:p>
            <a:endParaRPr lang="en-US" sz="2400" b="1">
              <a:ea typeface="+mn-lt"/>
              <a:cs typeface="+mn-lt"/>
            </a:endParaRPr>
          </a:p>
          <a:p>
            <a:endParaRPr lang="en-US" sz="2400" b="1">
              <a:ea typeface="+mn-lt"/>
              <a:cs typeface="+mn-lt"/>
            </a:endParaRPr>
          </a:p>
          <a:p>
            <a:endParaRPr lang="en-US" sz="2400" b="1">
              <a:solidFill>
                <a:srgbClr val="000000"/>
              </a:solidFill>
              <a:ea typeface="+mn-lt"/>
              <a:cs typeface="+mn-lt"/>
            </a:endParaRPr>
          </a:p>
        </p:txBody>
      </p:sp>
    </p:spTree>
    <p:extLst>
      <p:ext uri="{BB962C8B-B14F-4D97-AF65-F5344CB8AC3E}">
        <p14:creationId xmlns:p14="http://schemas.microsoft.com/office/powerpoint/2010/main" val="3743048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53494-D349-B0C9-F43D-1DADF783C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6B963-C882-BB3E-8422-E651C60F932E}"/>
              </a:ext>
            </a:extLst>
          </p:cNvPr>
          <p:cNvSpPr>
            <a:spLocks noGrp="1"/>
          </p:cNvSpPr>
          <p:nvPr>
            <p:ph type="title"/>
          </p:nvPr>
        </p:nvSpPr>
        <p:spPr>
          <a:xfrm>
            <a:off x="-424" y="3164165"/>
            <a:ext cx="4088655" cy="3019245"/>
          </a:xfrm>
        </p:spPr>
        <p:txBody>
          <a:bodyPr anchor="ctr">
            <a:normAutofit/>
          </a:bodyPr>
          <a:lstStyle/>
          <a:p>
            <a:pPr algn="ctr"/>
            <a:r>
              <a:rPr lang="en-US" sz="3600"/>
              <a:t>Cryptographic Access Control</a:t>
            </a:r>
            <a:endParaRPr lang="ar-SA"/>
          </a:p>
          <a:p>
            <a:pPr algn="ctr"/>
            <a:endParaRPr lang="en-US" sz="3600"/>
          </a:p>
        </p:txBody>
      </p:sp>
      <p:pic>
        <p:nvPicPr>
          <p:cNvPr id="12" name="Picture Placeholder 11" descr="A close-up of clouds in the sky">
            <a:extLst>
              <a:ext uri="{FF2B5EF4-FFF2-40B4-BE49-F238E27FC236}">
                <a16:creationId xmlns:a16="http://schemas.microsoft.com/office/drawing/2014/main" id="{DAC8AD49-A924-ED0B-2D90-E0E3D0E685FC}"/>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8C02E103-9282-ECD7-F45D-1BE30ABD0891}"/>
              </a:ext>
            </a:extLst>
          </p:cNvPr>
          <p:cNvSpPr>
            <a:spLocks noGrp="1"/>
          </p:cNvSpPr>
          <p:nvPr>
            <p:ph type="body" sz="quarter" idx="13"/>
          </p:nvPr>
        </p:nvSpPr>
        <p:spPr>
          <a:xfrm>
            <a:off x="4182713" y="2707078"/>
            <a:ext cx="8004716" cy="3708648"/>
          </a:xfrm>
        </p:spPr>
        <p:txBody>
          <a:bodyPr vert="horz" lIns="91440" tIns="45720" rIns="91440" bIns="45720" rtlCol="0" anchor="t">
            <a:normAutofit fontScale="92500"/>
          </a:bodyPr>
          <a:lstStyle/>
          <a:p>
            <a:r>
              <a:rPr lang="en-US" sz="2400" b="1" dirty="0"/>
              <a:t>In this zero-knowledge architecture, the server is not trusted to manage or enforce file permissions. Therefore, the backend does not maintain Access Control Lists (ACLs) or verify user access during a download request. Instead, security is entirely cryptographic. Anyone who possesses a valid File ID can request and download the encrypted blob from the server, but it is fundamentally impossible to read the contents without the corresponding encrypted keys, which are managed strictly by the user's local client.</a:t>
            </a:r>
            <a:endParaRPr lang="ar-SA" dirty="0"/>
          </a:p>
          <a:p>
            <a:endParaRPr lang="en-US" sz="2400" b="1" dirty="0">
              <a:ea typeface="+mn-lt"/>
              <a:cs typeface="+mn-lt"/>
            </a:endParaRPr>
          </a:p>
          <a:p>
            <a:endParaRPr lang="en-US" sz="2400" b="1" dirty="0">
              <a:ea typeface="+mn-lt"/>
              <a:cs typeface="+mn-lt"/>
            </a:endParaRPr>
          </a:p>
          <a:p>
            <a:endParaRPr lang="en-US" sz="2400" b="1" dirty="0">
              <a:ea typeface="+mn-lt"/>
              <a:cs typeface="+mn-lt"/>
            </a:endParaRPr>
          </a:p>
          <a:p>
            <a:endParaRPr lang="en-US" sz="2400" b="1" dirty="0">
              <a:ea typeface="+mn-lt"/>
              <a:cs typeface="+mn-lt"/>
            </a:endParaRPr>
          </a:p>
          <a:p>
            <a:endParaRPr lang="en-US" sz="2400" b="1" dirty="0">
              <a:solidFill>
                <a:srgbClr val="000000"/>
              </a:solidFill>
              <a:ea typeface="+mn-lt"/>
              <a:cs typeface="+mn-lt"/>
            </a:endParaRPr>
          </a:p>
        </p:txBody>
      </p:sp>
    </p:spTree>
    <p:extLst>
      <p:ext uri="{BB962C8B-B14F-4D97-AF65-F5344CB8AC3E}">
        <p14:creationId xmlns:p14="http://schemas.microsoft.com/office/powerpoint/2010/main" val="3253611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4D69D-6BE7-DB98-ED30-B8D732FF8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0E43C-8A82-7FD1-419B-3F24671BBDFA}"/>
              </a:ext>
            </a:extLst>
          </p:cNvPr>
          <p:cNvSpPr>
            <a:spLocks noGrp="1"/>
          </p:cNvSpPr>
          <p:nvPr>
            <p:ph type="title"/>
          </p:nvPr>
        </p:nvSpPr>
        <p:spPr>
          <a:xfrm>
            <a:off x="-424" y="3164165"/>
            <a:ext cx="4088655" cy="3019245"/>
          </a:xfrm>
        </p:spPr>
        <p:txBody>
          <a:bodyPr anchor="ctr">
            <a:normAutofit/>
          </a:bodyPr>
          <a:lstStyle/>
          <a:p>
            <a:pPr algn="ctr"/>
            <a:r>
              <a:rPr lang="en-US" sz="3600"/>
              <a:t>The Secure Sharing Mechanism (Share Links)</a:t>
            </a:r>
            <a:endParaRPr lang="ar-SA"/>
          </a:p>
        </p:txBody>
      </p:sp>
      <p:pic>
        <p:nvPicPr>
          <p:cNvPr id="12" name="Picture Placeholder 11" descr="A close-up of clouds in the sky">
            <a:extLst>
              <a:ext uri="{FF2B5EF4-FFF2-40B4-BE49-F238E27FC236}">
                <a16:creationId xmlns:a16="http://schemas.microsoft.com/office/drawing/2014/main" id="{45ABF4CA-15D3-7E25-F323-2E3B277FA4A5}"/>
              </a:ext>
            </a:extLst>
          </p:cNvPr>
          <p:cNvPicPr>
            <a:picLocks noGrp="1" noChangeAspect="1"/>
          </p:cNvPicPr>
          <p:nvPr>
            <p:ph type="pic" sz="quarter" idx="15"/>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38566" r="-2" b="38564"/>
          <a:stretch>
            <a:fillRect/>
          </a:stretch>
        </p:blipFill>
        <p:spPr>
          <a:xfrm>
            <a:off x="20" y="10"/>
            <a:ext cx="12191980" cy="2353446"/>
          </a:xfrm>
          <a:noFill/>
        </p:spPr>
      </p:pic>
      <p:sp>
        <p:nvSpPr>
          <p:cNvPr id="3" name="Content Placeholder 2">
            <a:extLst>
              <a:ext uri="{FF2B5EF4-FFF2-40B4-BE49-F238E27FC236}">
                <a16:creationId xmlns:a16="http://schemas.microsoft.com/office/drawing/2014/main" id="{B5F2FF64-CA40-2B6E-B68B-7EC4BEBDDAF7}"/>
              </a:ext>
            </a:extLst>
          </p:cNvPr>
          <p:cNvSpPr>
            <a:spLocks noGrp="1"/>
          </p:cNvSpPr>
          <p:nvPr>
            <p:ph type="body" sz="quarter" idx="13"/>
          </p:nvPr>
        </p:nvSpPr>
        <p:spPr>
          <a:xfrm>
            <a:off x="4182713" y="2707078"/>
            <a:ext cx="8004716" cy="3708648"/>
          </a:xfrm>
        </p:spPr>
        <p:txBody>
          <a:bodyPr vert="horz" lIns="91440" tIns="45720" rIns="91440" bIns="45720" rtlCol="0" anchor="t">
            <a:normAutofit fontScale="92500" lnSpcReduction="10000"/>
          </a:bodyPr>
          <a:lstStyle/>
          <a:p>
            <a:r>
              <a:rPr lang="en-US" sz="2400" b="1" dirty="0">
                <a:solidFill>
                  <a:srgbClr val="000000"/>
                </a:solidFill>
                <a:ea typeface="+mn-lt"/>
                <a:cs typeface="+mn-lt"/>
              </a:rPr>
              <a:t>File </a:t>
            </a:r>
            <a:r>
              <a:rPr lang="en-US" sz="2400" b="1" dirty="0">
                <a:solidFill>
                  <a:srgbClr val="000000"/>
                </a:solidFill>
                <a:latin typeface="Goudy Old Style"/>
                <a:ea typeface="+mn-lt"/>
                <a:cs typeface="+mn-lt"/>
              </a:rPr>
              <a:t>sharing is handled entirely through Secure Share Links</a:t>
            </a:r>
            <a:r>
              <a:rPr lang="en-US" sz="2400" b="1" dirty="0">
                <a:solidFill>
                  <a:srgbClr val="000000"/>
                </a:solidFill>
                <a:ea typeface="+mn-lt"/>
                <a:cs typeface="+mn-lt"/>
              </a:rPr>
              <a:t>. When a user wishes to share a file, the client securely retrieves the encrypted Master File Key, decrypts it using the owner's password , and packages the raw 64-byte key into a unique URL-style text string formatted as </a:t>
            </a:r>
            <a:r>
              <a:rPr lang="en-US" sz="2400" b="1" dirty="0">
                <a:solidFill>
                  <a:srgbClr val="FF0000"/>
                </a:solidFill>
                <a:ea typeface="+mn-lt"/>
                <a:cs typeface="+mn-lt"/>
              </a:rPr>
              <a:t>FileID#Base64Key</a:t>
            </a:r>
            <a:r>
              <a:rPr lang="en-US" sz="2400" b="1" dirty="0">
                <a:solidFill>
                  <a:srgbClr val="000000"/>
                </a:solidFill>
                <a:ea typeface="+mn-lt"/>
                <a:cs typeface="+mn-lt"/>
              </a:rPr>
              <a:t>. The owner can safely provide this text code to a friend. To access the file, the friend inputs the code into their dashboard ; the application splits the code , downloads the file by its ID , and decrypts the contents locally using the embedded key.</a:t>
            </a:r>
            <a:endParaRPr lang="ar-SA" dirty="0"/>
          </a:p>
          <a:p>
            <a:endParaRPr lang="en-US" sz="2400" b="1" dirty="0"/>
          </a:p>
          <a:p>
            <a:endParaRPr lang="en-US" sz="2400" b="1" dirty="0"/>
          </a:p>
          <a:p>
            <a:endParaRPr lang="en-US" sz="2400" b="1" dirty="0"/>
          </a:p>
          <a:p>
            <a:endParaRPr lang="en-US" sz="2400" b="1" dirty="0"/>
          </a:p>
          <a:p>
            <a:endParaRPr lang="en-US" sz="2400" b="1" dirty="0">
              <a:ea typeface="+mn-lt"/>
              <a:cs typeface="+mn-lt"/>
            </a:endParaRPr>
          </a:p>
          <a:p>
            <a:endParaRPr lang="en-US" sz="2400" b="1" dirty="0">
              <a:ea typeface="+mn-lt"/>
              <a:cs typeface="+mn-lt"/>
            </a:endParaRPr>
          </a:p>
          <a:p>
            <a:endParaRPr lang="en-US" sz="2400" b="1" dirty="0">
              <a:ea typeface="+mn-lt"/>
              <a:cs typeface="+mn-lt"/>
            </a:endParaRPr>
          </a:p>
          <a:p>
            <a:endParaRPr lang="en-US" sz="2400" b="1" dirty="0">
              <a:ea typeface="+mn-lt"/>
              <a:cs typeface="+mn-lt"/>
            </a:endParaRPr>
          </a:p>
          <a:p>
            <a:endParaRPr lang="en-US" sz="2400" b="1" dirty="0">
              <a:solidFill>
                <a:srgbClr val="000000"/>
              </a:solidFill>
              <a:ea typeface="+mn-lt"/>
              <a:cs typeface="+mn-lt"/>
            </a:endParaRPr>
          </a:p>
        </p:txBody>
      </p:sp>
    </p:spTree>
    <p:extLst>
      <p:ext uri="{BB962C8B-B14F-4D97-AF65-F5344CB8AC3E}">
        <p14:creationId xmlns:p14="http://schemas.microsoft.com/office/powerpoint/2010/main" val="1813972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615DA05-7995-38DE-6EF4-6090AE5FF4FE}"/>
              </a:ext>
            </a:extLst>
          </p:cNvPr>
          <p:cNvSpPr>
            <a:spLocks noGrp="1"/>
          </p:cNvSpPr>
          <p:nvPr>
            <p:ph type="title"/>
          </p:nvPr>
        </p:nvSpPr>
        <p:spPr/>
        <p:txBody>
          <a:bodyPr/>
          <a:lstStyle/>
          <a:p>
            <a:endParaRPr lang="ar-SA"/>
          </a:p>
        </p:txBody>
      </p:sp>
      <p:sp>
        <p:nvSpPr>
          <p:cNvPr id="4" name="عنصر نائب للنص 3">
            <a:extLst>
              <a:ext uri="{FF2B5EF4-FFF2-40B4-BE49-F238E27FC236}">
                <a16:creationId xmlns:a16="http://schemas.microsoft.com/office/drawing/2014/main" id="{4B4E1408-4E85-4022-938C-1120F4F2EA26}"/>
              </a:ext>
            </a:extLst>
          </p:cNvPr>
          <p:cNvSpPr>
            <a:spLocks noGrp="1"/>
          </p:cNvSpPr>
          <p:nvPr>
            <p:ph idx="1"/>
          </p:nvPr>
        </p:nvSpPr>
        <p:spPr/>
        <p:txBody>
          <a:bodyPr/>
          <a:lstStyle/>
          <a:p>
            <a:endParaRPr lang="ar-SA"/>
          </a:p>
        </p:txBody>
      </p:sp>
    </p:spTree>
    <p:extLst>
      <p:ext uri="{BB962C8B-B14F-4D97-AF65-F5344CB8AC3E}">
        <p14:creationId xmlns:p14="http://schemas.microsoft.com/office/powerpoint/2010/main" val="1115369555"/>
      </p:ext>
    </p:extLst>
  </p:cSld>
  <p:clrMapOvr>
    <a:masterClrMapping/>
  </p:clrMapOvr>
</p:sld>
</file>

<file path=ppt/theme/theme1.xml><?xml version="1.0" encoding="utf-8"?>
<a:theme xmlns:a="http://schemas.openxmlformats.org/drawingml/2006/main" name="Neutrals">
  <a:themeElements>
    <a:clrScheme name="Neutral Blue &amp; Green">
      <a:dk1>
        <a:srgbClr val="000000"/>
      </a:dk1>
      <a:lt1>
        <a:srgbClr val="FFFFFF"/>
      </a:lt1>
      <a:dk2>
        <a:srgbClr val="2C3932"/>
      </a:dk2>
      <a:lt2>
        <a:srgbClr val="FDF6EA"/>
      </a:lt2>
      <a:accent1>
        <a:srgbClr val="E6E3DD"/>
      </a:accent1>
      <a:accent2>
        <a:srgbClr val="DCE4E7"/>
      </a:accent2>
      <a:accent3>
        <a:srgbClr val="F2F0ED"/>
      </a:accent3>
      <a:accent4>
        <a:srgbClr val="8C9178"/>
      </a:accent4>
      <a:accent5>
        <a:srgbClr val="919EAC"/>
      </a:accent5>
      <a:accent6>
        <a:srgbClr val="1D2144"/>
      </a:accent6>
      <a:hlink>
        <a:srgbClr val="2A4211"/>
      </a:hlink>
      <a:folHlink>
        <a:srgbClr val="663E17"/>
      </a:folHlink>
    </a:clrScheme>
    <a:fontScheme name="Custom 11">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s_Marketing Presentation_win32_EF_v5" id="{912EE30E-10C6-49B2-B09B-13A40EF80CC3}" vid="{D699B455-0A60-4FD8-AD0C-B6B9C773D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EEC3793-C1BC-496C-A03C-202DFFC513D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D1CEDABF-7176-4A42-8EF9-E5D4DD31FF6C}">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1205</Words>
  <Application>Microsoft Office PowerPoint</Application>
  <PresentationFormat>Widescreen</PresentationFormat>
  <Paragraphs>56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Felix Titling</vt:lpstr>
      <vt:lpstr>Goudy Old Style</vt:lpstr>
      <vt:lpstr>Neutrals</vt:lpstr>
      <vt:lpstr>Secure storage with client-side encryption</vt:lpstr>
      <vt:lpstr>Introduction</vt:lpstr>
      <vt:lpstr>Zero-knowledge solution</vt:lpstr>
      <vt:lpstr>User interface: Sign-IN</vt:lpstr>
      <vt:lpstr>User interface: register</vt:lpstr>
      <vt:lpstr>User interface: dashboard</vt:lpstr>
      <vt:lpstr>Identity Management &amp; Registration</vt:lpstr>
      <vt:lpstr>Password Complexity Rules</vt:lpstr>
      <vt:lpstr>Key Derivation Function</vt:lpstr>
      <vt:lpstr>The Role of the Salt and Iterations</vt:lpstr>
      <vt:lpstr>Symmetric Encryption (AES-256)</vt:lpstr>
      <vt:lpstr>Symmetric Encryption (AES-256)</vt:lpstr>
      <vt:lpstr>Envelope Encryption Workflow</vt:lpstr>
      <vt:lpstr>Envelope Encryption Workflow</vt:lpstr>
      <vt:lpstr>Memory Management (Chunking)</vt:lpstr>
      <vt:lpstr>Memory management (chunking)</vt:lpstr>
      <vt:lpstr>The encoded metadata string</vt:lpstr>
      <vt:lpstr>Cryptographic Message Authentication (HMAC)</vt:lpstr>
      <vt:lpstr> Cryptographic Message Authentication (HMAC) </vt:lpstr>
      <vt:lpstr>Simulating an Attack (Tamper Verification)</vt:lpstr>
      <vt:lpstr>The Simulated Backend</vt:lpstr>
      <vt:lpstr>Cryptographic Access Control </vt:lpstr>
      <vt:lpstr>The Secure Sharing Mechanism (Share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IBRAHIM SALIM SALEM ALSUBHI</cp:lastModifiedBy>
  <cp:revision>185</cp:revision>
  <dcterms:created xsi:type="dcterms:W3CDTF">2026-04-18T14:19:37Z</dcterms:created>
  <dcterms:modified xsi:type="dcterms:W3CDTF">2026-04-24T18:36:51Z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